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3.xml" ContentType="application/vnd.openxmlformats-officedocument.theme+xml"/>
  <Override PartName="/ppt/tags/tag73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61" r:id="rId6"/>
    <p:sldMasterId id="2147483758" r:id="rId7"/>
  </p:sldMasterIdLst>
  <p:notesMasterIdLst>
    <p:notesMasterId r:id="rId30"/>
  </p:notesMasterIdLst>
  <p:sldIdLst>
    <p:sldId id="295" r:id="rId8"/>
    <p:sldId id="2147475512" r:id="rId9"/>
    <p:sldId id="2147475511" r:id="rId10"/>
    <p:sldId id="2147475513" r:id="rId11"/>
    <p:sldId id="2147475514" r:id="rId12"/>
    <p:sldId id="2147475516" r:id="rId13"/>
    <p:sldId id="2147475515" r:id="rId14"/>
    <p:sldId id="2147475517" r:id="rId15"/>
    <p:sldId id="2147475526" r:id="rId16"/>
    <p:sldId id="2147475527" r:id="rId17"/>
    <p:sldId id="2147475528" r:id="rId18"/>
    <p:sldId id="2147475519" r:id="rId19"/>
    <p:sldId id="2147475521" r:id="rId20"/>
    <p:sldId id="2147475524" r:id="rId21"/>
    <p:sldId id="2147475525" r:id="rId22"/>
    <p:sldId id="2147475523" r:id="rId23"/>
    <p:sldId id="2147475520" r:id="rId24"/>
    <p:sldId id="2147475522" r:id="rId25"/>
    <p:sldId id="2147475529" r:id="rId26"/>
    <p:sldId id="2147475531" r:id="rId27"/>
    <p:sldId id="2147475533" r:id="rId28"/>
    <p:sldId id="2147475534" r:id="rId29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444843-3923-058E-AEFC-ADCB566546FD}" name="De Coster Peter" initials="PD" userId="S::HBG257@Belgrid.net::37660e88-367e-4b4a-a258-b97652cc058a" providerId="AD"/>
  <p188:author id="{604C3253-FB61-8DC0-5A31-7216667DAC21}" name="Di Giorgio Nicola (EXT)" initials="D(" userId="S::bi7843@belgrid.net::a6f6cbbc-3842-4955-aa88-d833980591e9" providerId="AD"/>
  <p188:author id="{DF48C1B8-0B80-30CF-3783-B7816615B77C}" name="Vanbrabant Johan (EXT)" initials="JV" userId="S::HU1513@Belgrid.net::db4011d8-d39e-4755-bbfb-7bba2090959c" providerId="AD"/>
  <p188:author id="{D327AAC2-69B5-9BDE-41C2-545764D6073D}" name="Briké Filip (EXT)" initials="B(" userId="S::fb0016@belgrid.net::8492c90f-759d-484d-ba28-2f4ef6df43d8" providerId="AD"/>
  <p188:author id="{5AA701E6-7A3D-B22F-6B11-517D945A2877}" name="Di Giorgio Nicola (EXT)" initials="ND" userId="S::BI7843@Belgrid.net::a6f6cbbc-3842-4955-aa88-d833980591e9" providerId="AD"/>
  <p188:author id="{3F5964F3-1AD0-769B-0803-10F087CD7C5F}" name="De Coster Peter" initials="DP" userId="S::hbg257@belgrid.net::37660e88-367e-4b4a-a258-b97652cc058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FFFF"/>
    <a:srgbClr val="A8C9D2"/>
    <a:srgbClr val="C3DDD9"/>
    <a:srgbClr val="D9D9D9"/>
    <a:srgbClr val="FF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91F8AA-E1F4-490E-9BE6-42BB7D41EC28}" v="96" dt="2025-12-02T15:06:01.143"/>
    <p1510:client id="{6CBD90F2-5709-03E2-5504-D13ED638ACCD}" v="2" dt="2025-12-02T15:22:25.0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394"/>
    <p:restoredTop sz="96321"/>
  </p:normalViewPr>
  <p:slideViewPr>
    <p:cSldViewPr snapToGrid="0">
      <p:cViewPr varScale="1">
        <p:scale>
          <a:sx n="91" d="100"/>
          <a:sy n="91" d="100"/>
        </p:scale>
        <p:origin x="192" y="18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microsoft.com/office/2018/10/relationships/authors" Target="author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56C71C-990D-4C42-B5E7-2A4CF54CB48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l-NL"/>
        </a:p>
      </dgm:t>
    </dgm:pt>
    <dgm:pt modelId="{F2F12875-D34A-4541-905C-58E394598E2C}">
      <dgm:prSet/>
      <dgm:spPr/>
      <dgm:t>
        <a:bodyPr/>
        <a:lstStyle/>
        <a:p>
          <a:r>
            <a:rPr lang="nl-BE"/>
            <a:t>MSB</a:t>
          </a:r>
          <a:endParaRPr lang="nl-BE" dirty="0"/>
        </a:p>
      </dgm:t>
    </dgm:pt>
    <dgm:pt modelId="{A868F031-DAB1-BF43-A230-C13CED041F6A}" type="parTrans" cxnId="{06944EB0-6CD6-314B-90BB-0DB812CFBCF4}">
      <dgm:prSet/>
      <dgm:spPr/>
      <dgm:t>
        <a:bodyPr/>
        <a:lstStyle/>
        <a:p>
          <a:endParaRPr lang="nl-NL"/>
        </a:p>
      </dgm:t>
    </dgm:pt>
    <dgm:pt modelId="{89A48499-4581-8944-A861-7694FB7D06BA}" type="sibTrans" cxnId="{06944EB0-6CD6-314B-90BB-0DB812CFBCF4}">
      <dgm:prSet/>
      <dgm:spPr/>
      <dgm:t>
        <a:bodyPr/>
        <a:lstStyle/>
        <a:p>
          <a:endParaRPr lang="nl-NL"/>
        </a:p>
      </dgm:t>
    </dgm:pt>
    <dgm:pt modelId="{3C3BA14F-1D8E-CD45-8FEA-7E23C3DE9550}">
      <dgm:prSet/>
      <dgm:spPr/>
      <dgm:t>
        <a:bodyPr/>
        <a:lstStyle/>
        <a:p>
          <a:r>
            <a:rPr lang="nl-BE" dirty="0"/>
            <a:t>EDIFACT UTILTS </a:t>
          </a:r>
          <a:endParaRPr lang="nl-NL" dirty="0"/>
        </a:p>
      </dgm:t>
    </dgm:pt>
    <dgm:pt modelId="{5018DF1F-0323-4E4B-9FEA-AC01B114552A}" type="parTrans" cxnId="{7D3497B3-29F5-754B-B56D-3B27E3862A49}">
      <dgm:prSet/>
      <dgm:spPr/>
      <dgm:t>
        <a:bodyPr/>
        <a:lstStyle/>
        <a:p>
          <a:endParaRPr lang="nl-NL"/>
        </a:p>
      </dgm:t>
    </dgm:pt>
    <dgm:pt modelId="{4DCF1461-1EC6-CB44-ABCF-7F01DFB5002A}" type="sibTrans" cxnId="{7D3497B3-29F5-754B-B56D-3B27E3862A49}">
      <dgm:prSet/>
      <dgm:spPr/>
      <dgm:t>
        <a:bodyPr/>
        <a:lstStyle/>
        <a:p>
          <a:endParaRPr lang="nl-NL"/>
        </a:p>
      </dgm:t>
    </dgm:pt>
    <dgm:pt modelId="{C7BCF760-3054-4348-8DCD-EFFBF2DBE66B}">
      <dgm:prSet/>
      <dgm:spPr/>
      <dgm:t>
        <a:bodyPr/>
        <a:lstStyle/>
        <a:p>
          <a:r>
            <a:rPr lang="nl-NL" dirty="0"/>
            <a:t>UNB</a:t>
          </a:r>
        </a:p>
      </dgm:t>
    </dgm:pt>
    <dgm:pt modelId="{A3DB2E15-3A2A-AE4E-AC24-D6AF8184D5F7}" type="parTrans" cxnId="{47101FA1-C40C-C948-B973-AAFAC4AB6C9F}">
      <dgm:prSet/>
      <dgm:spPr/>
      <dgm:t>
        <a:bodyPr/>
        <a:lstStyle/>
        <a:p>
          <a:endParaRPr lang="nl-NL"/>
        </a:p>
      </dgm:t>
    </dgm:pt>
    <dgm:pt modelId="{F292B8A7-E557-1148-A54F-B1C45D4E8340}" type="sibTrans" cxnId="{47101FA1-C40C-C948-B973-AAFAC4AB6C9F}">
      <dgm:prSet/>
      <dgm:spPr/>
      <dgm:t>
        <a:bodyPr/>
        <a:lstStyle/>
        <a:p>
          <a:endParaRPr lang="nl-NL"/>
        </a:p>
      </dgm:t>
    </dgm:pt>
    <dgm:pt modelId="{BA77763D-AC9D-D74C-B844-B402A1188D3A}">
      <dgm:prSet/>
      <dgm:spPr/>
      <dgm:t>
        <a:bodyPr/>
        <a:lstStyle/>
        <a:p>
          <a:r>
            <a:rPr lang="nl-BE" dirty="0"/>
            <a:t>EDIFACT UTILTS </a:t>
          </a:r>
          <a:endParaRPr lang="nl-NL" dirty="0"/>
        </a:p>
      </dgm:t>
    </dgm:pt>
    <dgm:pt modelId="{6B13035A-E7DA-7649-9990-1984FD65ACB1}" type="parTrans" cxnId="{5DFFA1FE-9A8A-F147-A0B3-30B69A4F4212}">
      <dgm:prSet/>
      <dgm:spPr/>
      <dgm:t>
        <a:bodyPr/>
        <a:lstStyle/>
        <a:p>
          <a:endParaRPr lang="nl-NL"/>
        </a:p>
      </dgm:t>
    </dgm:pt>
    <dgm:pt modelId="{7A60762E-58D1-1942-9E9E-3044BD898BE6}" type="sibTrans" cxnId="{5DFFA1FE-9A8A-F147-A0B3-30B69A4F4212}">
      <dgm:prSet/>
      <dgm:spPr/>
      <dgm:t>
        <a:bodyPr/>
        <a:lstStyle/>
        <a:p>
          <a:endParaRPr lang="nl-NL"/>
        </a:p>
      </dgm:t>
    </dgm:pt>
    <dgm:pt modelId="{61B73629-475C-3242-BB00-598B1E2B24F8}">
      <dgm:prSet/>
      <dgm:spPr/>
      <dgm:t>
        <a:bodyPr/>
        <a:lstStyle/>
        <a:p>
          <a:r>
            <a:rPr lang="nl-BE" dirty="0"/>
            <a:t>NB</a:t>
          </a:r>
          <a:endParaRPr lang="nl-NL" dirty="0"/>
        </a:p>
      </dgm:t>
    </dgm:pt>
    <dgm:pt modelId="{F084B0F5-0BCD-484D-9852-F067EEEF759E}" type="parTrans" cxnId="{BA103FCB-AE6C-7C48-A3CD-A437D981ED10}">
      <dgm:prSet/>
      <dgm:spPr/>
      <dgm:t>
        <a:bodyPr/>
        <a:lstStyle/>
        <a:p>
          <a:endParaRPr lang="nl-NL"/>
        </a:p>
      </dgm:t>
    </dgm:pt>
    <dgm:pt modelId="{B81353E5-61B9-434B-9584-50FA8AED7438}" type="sibTrans" cxnId="{BA103FCB-AE6C-7C48-A3CD-A437D981ED10}">
      <dgm:prSet/>
      <dgm:spPr/>
      <dgm:t>
        <a:bodyPr/>
        <a:lstStyle/>
        <a:p>
          <a:endParaRPr lang="nl-NL"/>
        </a:p>
      </dgm:t>
    </dgm:pt>
    <dgm:pt modelId="{D3A0CBDB-4ECD-F942-A307-41E7E84BFC2E}" type="pres">
      <dgm:prSet presAssocID="{5556C71C-990D-4C42-B5E7-2A4CF54CB486}" presName="Name0" presStyleCnt="0">
        <dgm:presLayoutVars>
          <dgm:dir/>
          <dgm:resizeHandles val="exact"/>
        </dgm:presLayoutVars>
      </dgm:prSet>
      <dgm:spPr/>
    </dgm:pt>
    <dgm:pt modelId="{01415A1D-B9CB-8342-92E3-A182062AC5C4}" type="pres">
      <dgm:prSet presAssocID="{F2F12875-D34A-4541-905C-58E394598E2C}" presName="node" presStyleLbl="node1" presStyleIdx="0" presStyleCnt="5">
        <dgm:presLayoutVars>
          <dgm:bulletEnabled val="1"/>
        </dgm:presLayoutVars>
      </dgm:prSet>
      <dgm:spPr/>
    </dgm:pt>
    <dgm:pt modelId="{F2C5C84B-ED17-5646-BAF1-915A09273A44}" type="pres">
      <dgm:prSet presAssocID="{89A48499-4581-8944-A861-7694FB7D06BA}" presName="sibTrans" presStyleLbl="sibTrans2D1" presStyleIdx="0" presStyleCnt="4"/>
      <dgm:spPr/>
    </dgm:pt>
    <dgm:pt modelId="{360CC2CB-50E4-0741-9E42-B3C7A423E9FD}" type="pres">
      <dgm:prSet presAssocID="{89A48499-4581-8944-A861-7694FB7D06BA}" presName="connectorText" presStyleLbl="sibTrans2D1" presStyleIdx="0" presStyleCnt="4"/>
      <dgm:spPr/>
    </dgm:pt>
    <dgm:pt modelId="{C25C953E-C616-7E42-832C-82AAD7833E0C}" type="pres">
      <dgm:prSet presAssocID="{3C3BA14F-1D8E-CD45-8FEA-7E23C3DE9550}" presName="node" presStyleLbl="node1" presStyleIdx="1" presStyleCnt="5">
        <dgm:presLayoutVars>
          <dgm:bulletEnabled val="1"/>
        </dgm:presLayoutVars>
      </dgm:prSet>
      <dgm:spPr/>
    </dgm:pt>
    <dgm:pt modelId="{AA6D6B9E-8765-8D46-B5AD-5FA0279BBB64}" type="pres">
      <dgm:prSet presAssocID="{4DCF1461-1EC6-CB44-ABCF-7F01DFB5002A}" presName="sibTrans" presStyleLbl="sibTrans2D1" presStyleIdx="1" presStyleCnt="4"/>
      <dgm:spPr/>
    </dgm:pt>
    <dgm:pt modelId="{4DE17E08-EAC5-F047-8C73-A56B460AE6F7}" type="pres">
      <dgm:prSet presAssocID="{4DCF1461-1EC6-CB44-ABCF-7F01DFB5002A}" presName="connectorText" presStyleLbl="sibTrans2D1" presStyleIdx="1" presStyleCnt="4"/>
      <dgm:spPr/>
    </dgm:pt>
    <dgm:pt modelId="{14E82ADD-DE3B-B84D-A3DC-2666412CAED5}" type="pres">
      <dgm:prSet presAssocID="{C7BCF760-3054-4348-8DCD-EFFBF2DBE66B}" presName="node" presStyleLbl="node1" presStyleIdx="2" presStyleCnt="5">
        <dgm:presLayoutVars>
          <dgm:bulletEnabled val="1"/>
        </dgm:presLayoutVars>
      </dgm:prSet>
      <dgm:spPr/>
    </dgm:pt>
    <dgm:pt modelId="{8BE737BA-AACF-054B-B928-7CEE89096720}" type="pres">
      <dgm:prSet presAssocID="{F292B8A7-E557-1148-A54F-B1C45D4E8340}" presName="sibTrans" presStyleLbl="sibTrans2D1" presStyleIdx="2" presStyleCnt="4"/>
      <dgm:spPr/>
    </dgm:pt>
    <dgm:pt modelId="{609A646D-9951-644A-A87A-53B5321539EA}" type="pres">
      <dgm:prSet presAssocID="{F292B8A7-E557-1148-A54F-B1C45D4E8340}" presName="connectorText" presStyleLbl="sibTrans2D1" presStyleIdx="2" presStyleCnt="4"/>
      <dgm:spPr/>
    </dgm:pt>
    <dgm:pt modelId="{495DF314-1E9B-2646-AA9E-0C04A7D62D8C}" type="pres">
      <dgm:prSet presAssocID="{BA77763D-AC9D-D74C-B844-B402A1188D3A}" presName="node" presStyleLbl="node1" presStyleIdx="3" presStyleCnt="5">
        <dgm:presLayoutVars>
          <dgm:bulletEnabled val="1"/>
        </dgm:presLayoutVars>
      </dgm:prSet>
      <dgm:spPr/>
    </dgm:pt>
    <dgm:pt modelId="{809B95A8-3149-C54F-9210-0C7FC3C9C09A}" type="pres">
      <dgm:prSet presAssocID="{7A60762E-58D1-1942-9E9E-3044BD898BE6}" presName="sibTrans" presStyleLbl="sibTrans2D1" presStyleIdx="3" presStyleCnt="4"/>
      <dgm:spPr/>
    </dgm:pt>
    <dgm:pt modelId="{9BA4D51D-FE0D-624C-AC1F-5F2EA7A5AE40}" type="pres">
      <dgm:prSet presAssocID="{7A60762E-58D1-1942-9E9E-3044BD898BE6}" presName="connectorText" presStyleLbl="sibTrans2D1" presStyleIdx="3" presStyleCnt="4"/>
      <dgm:spPr/>
    </dgm:pt>
    <dgm:pt modelId="{DF38E5E1-4AA0-314D-A4B3-658D810E1D5E}" type="pres">
      <dgm:prSet presAssocID="{61B73629-475C-3242-BB00-598B1E2B24F8}" presName="node" presStyleLbl="node1" presStyleIdx="4" presStyleCnt="5">
        <dgm:presLayoutVars>
          <dgm:bulletEnabled val="1"/>
        </dgm:presLayoutVars>
      </dgm:prSet>
      <dgm:spPr/>
    </dgm:pt>
  </dgm:ptLst>
  <dgm:cxnLst>
    <dgm:cxn modelId="{47F35C2E-1708-0A45-9BF7-E8BA13608294}" type="presOf" srcId="{89A48499-4581-8944-A861-7694FB7D06BA}" destId="{360CC2CB-50E4-0741-9E42-B3C7A423E9FD}" srcOrd="1" destOrd="0" presId="urn:microsoft.com/office/officeart/2005/8/layout/process1"/>
    <dgm:cxn modelId="{A93F764A-2FB5-684B-BA09-C299B31C0B47}" type="presOf" srcId="{7A60762E-58D1-1942-9E9E-3044BD898BE6}" destId="{9BA4D51D-FE0D-624C-AC1F-5F2EA7A5AE40}" srcOrd="1" destOrd="0" presId="urn:microsoft.com/office/officeart/2005/8/layout/process1"/>
    <dgm:cxn modelId="{02AD1855-B66A-084F-A58F-375F0C849BE6}" type="presOf" srcId="{F292B8A7-E557-1148-A54F-B1C45D4E8340}" destId="{8BE737BA-AACF-054B-B928-7CEE89096720}" srcOrd="0" destOrd="0" presId="urn:microsoft.com/office/officeart/2005/8/layout/process1"/>
    <dgm:cxn modelId="{6E626356-7093-8D4F-BDCB-5035E6B3CDAF}" type="presOf" srcId="{7A60762E-58D1-1942-9E9E-3044BD898BE6}" destId="{809B95A8-3149-C54F-9210-0C7FC3C9C09A}" srcOrd="0" destOrd="0" presId="urn:microsoft.com/office/officeart/2005/8/layout/process1"/>
    <dgm:cxn modelId="{B2FA4160-7EF9-EE43-9B82-CECE8D651092}" type="presOf" srcId="{5556C71C-990D-4C42-B5E7-2A4CF54CB486}" destId="{D3A0CBDB-4ECD-F942-A307-41E7E84BFC2E}" srcOrd="0" destOrd="0" presId="urn:microsoft.com/office/officeart/2005/8/layout/process1"/>
    <dgm:cxn modelId="{EB9EFB80-EFA0-6B40-A054-BCE42E5D2AB8}" type="presOf" srcId="{4DCF1461-1EC6-CB44-ABCF-7F01DFB5002A}" destId="{4DE17E08-EAC5-F047-8C73-A56B460AE6F7}" srcOrd="1" destOrd="0" presId="urn:microsoft.com/office/officeart/2005/8/layout/process1"/>
    <dgm:cxn modelId="{924DB985-F9DB-704A-A905-B9B00E2972F3}" type="presOf" srcId="{F2F12875-D34A-4541-905C-58E394598E2C}" destId="{01415A1D-B9CB-8342-92E3-A182062AC5C4}" srcOrd="0" destOrd="0" presId="urn:microsoft.com/office/officeart/2005/8/layout/process1"/>
    <dgm:cxn modelId="{730D7E8E-A57C-2041-A4E1-5A9761C125EA}" type="presOf" srcId="{C7BCF760-3054-4348-8DCD-EFFBF2DBE66B}" destId="{14E82ADD-DE3B-B84D-A3DC-2666412CAED5}" srcOrd="0" destOrd="0" presId="urn:microsoft.com/office/officeart/2005/8/layout/process1"/>
    <dgm:cxn modelId="{6EBA3597-1AC9-7947-9A40-06350A3120CE}" type="presOf" srcId="{BA77763D-AC9D-D74C-B844-B402A1188D3A}" destId="{495DF314-1E9B-2646-AA9E-0C04A7D62D8C}" srcOrd="0" destOrd="0" presId="urn:microsoft.com/office/officeart/2005/8/layout/process1"/>
    <dgm:cxn modelId="{E0C1E69A-814D-1F4C-A25C-42742A8B9098}" type="presOf" srcId="{89A48499-4581-8944-A861-7694FB7D06BA}" destId="{F2C5C84B-ED17-5646-BAF1-915A09273A44}" srcOrd="0" destOrd="0" presId="urn:microsoft.com/office/officeart/2005/8/layout/process1"/>
    <dgm:cxn modelId="{47101FA1-C40C-C948-B973-AAFAC4AB6C9F}" srcId="{5556C71C-990D-4C42-B5E7-2A4CF54CB486}" destId="{C7BCF760-3054-4348-8DCD-EFFBF2DBE66B}" srcOrd="2" destOrd="0" parTransId="{A3DB2E15-3A2A-AE4E-AC24-D6AF8184D5F7}" sibTransId="{F292B8A7-E557-1148-A54F-B1C45D4E8340}"/>
    <dgm:cxn modelId="{06944EB0-6CD6-314B-90BB-0DB812CFBCF4}" srcId="{5556C71C-990D-4C42-B5E7-2A4CF54CB486}" destId="{F2F12875-D34A-4541-905C-58E394598E2C}" srcOrd="0" destOrd="0" parTransId="{A868F031-DAB1-BF43-A230-C13CED041F6A}" sibTransId="{89A48499-4581-8944-A861-7694FB7D06BA}"/>
    <dgm:cxn modelId="{7D3497B3-29F5-754B-B56D-3B27E3862A49}" srcId="{5556C71C-990D-4C42-B5E7-2A4CF54CB486}" destId="{3C3BA14F-1D8E-CD45-8FEA-7E23C3DE9550}" srcOrd="1" destOrd="0" parTransId="{5018DF1F-0323-4E4B-9FEA-AC01B114552A}" sibTransId="{4DCF1461-1EC6-CB44-ABCF-7F01DFB5002A}"/>
    <dgm:cxn modelId="{5CC753C9-D5B9-9C4E-A623-8DCD6E3AFF6D}" type="presOf" srcId="{F292B8A7-E557-1148-A54F-B1C45D4E8340}" destId="{609A646D-9951-644A-A87A-53B5321539EA}" srcOrd="1" destOrd="0" presId="urn:microsoft.com/office/officeart/2005/8/layout/process1"/>
    <dgm:cxn modelId="{BA103FCB-AE6C-7C48-A3CD-A437D981ED10}" srcId="{5556C71C-990D-4C42-B5E7-2A4CF54CB486}" destId="{61B73629-475C-3242-BB00-598B1E2B24F8}" srcOrd="4" destOrd="0" parTransId="{F084B0F5-0BCD-484D-9852-F067EEEF759E}" sibTransId="{B81353E5-61B9-434B-9584-50FA8AED7438}"/>
    <dgm:cxn modelId="{9885B6CF-8BA9-2449-B2AF-BA58274ECEDF}" type="presOf" srcId="{3C3BA14F-1D8E-CD45-8FEA-7E23C3DE9550}" destId="{C25C953E-C616-7E42-832C-82AAD7833E0C}" srcOrd="0" destOrd="0" presId="urn:microsoft.com/office/officeart/2005/8/layout/process1"/>
    <dgm:cxn modelId="{B12D65E2-72B6-5043-B57E-7FECDDE40DD1}" type="presOf" srcId="{61B73629-475C-3242-BB00-598B1E2B24F8}" destId="{DF38E5E1-4AA0-314D-A4B3-658D810E1D5E}" srcOrd="0" destOrd="0" presId="urn:microsoft.com/office/officeart/2005/8/layout/process1"/>
    <dgm:cxn modelId="{26AAEFE4-FC35-1149-B945-DCCC54E6497F}" type="presOf" srcId="{4DCF1461-1EC6-CB44-ABCF-7F01DFB5002A}" destId="{AA6D6B9E-8765-8D46-B5AD-5FA0279BBB64}" srcOrd="0" destOrd="0" presId="urn:microsoft.com/office/officeart/2005/8/layout/process1"/>
    <dgm:cxn modelId="{5DFFA1FE-9A8A-F147-A0B3-30B69A4F4212}" srcId="{5556C71C-990D-4C42-B5E7-2A4CF54CB486}" destId="{BA77763D-AC9D-D74C-B844-B402A1188D3A}" srcOrd="3" destOrd="0" parTransId="{6B13035A-E7DA-7649-9990-1984FD65ACB1}" sibTransId="{7A60762E-58D1-1942-9E9E-3044BD898BE6}"/>
    <dgm:cxn modelId="{FEC49551-A0F2-7343-B424-5F02297AB49E}" type="presParOf" srcId="{D3A0CBDB-4ECD-F942-A307-41E7E84BFC2E}" destId="{01415A1D-B9CB-8342-92E3-A182062AC5C4}" srcOrd="0" destOrd="0" presId="urn:microsoft.com/office/officeart/2005/8/layout/process1"/>
    <dgm:cxn modelId="{D632C010-47FF-FC42-9A0C-DF593CF3FCF0}" type="presParOf" srcId="{D3A0CBDB-4ECD-F942-A307-41E7E84BFC2E}" destId="{F2C5C84B-ED17-5646-BAF1-915A09273A44}" srcOrd="1" destOrd="0" presId="urn:microsoft.com/office/officeart/2005/8/layout/process1"/>
    <dgm:cxn modelId="{C5FEBA85-CBA0-CE4B-9AA9-35AD8F5EC2CD}" type="presParOf" srcId="{F2C5C84B-ED17-5646-BAF1-915A09273A44}" destId="{360CC2CB-50E4-0741-9E42-B3C7A423E9FD}" srcOrd="0" destOrd="0" presId="urn:microsoft.com/office/officeart/2005/8/layout/process1"/>
    <dgm:cxn modelId="{2C9E28DC-EA86-4B4D-AE6A-169729F2F6FA}" type="presParOf" srcId="{D3A0CBDB-4ECD-F942-A307-41E7E84BFC2E}" destId="{C25C953E-C616-7E42-832C-82AAD7833E0C}" srcOrd="2" destOrd="0" presId="urn:microsoft.com/office/officeart/2005/8/layout/process1"/>
    <dgm:cxn modelId="{74BA0E26-2223-804E-82E6-A5F6BCCC97E5}" type="presParOf" srcId="{D3A0CBDB-4ECD-F942-A307-41E7E84BFC2E}" destId="{AA6D6B9E-8765-8D46-B5AD-5FA0279BBB64}" srcOrd="3" destOrd="0" presId="urn:microsoft.com/office/officeart/2005/8/layout/process1"/>
    <dgm:cxn modelId="{FCF9E090-80DE-674B-9DEC-25D0CA533716}" type="presParOf" srcId="{AA6D6B9E-8765-8D46-B5AD-5FA0279BBB64}" destId="{4DE17E08-EAC5-F047-8C73-A56B460AE6F7}" srcOrd="0" destOrd="0" presId="urn:microsoft.com/office/officeart/2005/8/layout/process1"/>
    <dgm:cxn modelId="{1BD95401-670F-8240-B9C9-ECD964DA8DE5}" type="presParOf" srcId="{D3A0CBDB-4ECD-F942-A307-41E7E84BFC2E}" destId="{14E82ADD-DE3B-B84D-A3DC-2666412CAED5}" srcOrd="4" destOrd="0" presId="urn:microsoft.com/office/officeart/2005/8/layout/process1"/>
    <dgm:cxn modelId="{2FE9CF0D-65C1-624D-9C62-F3458CFF6E59}" type="presParOf" srcId="{D3A0CBDB-4ECD-F942-A307-41E7E84BFC2E}" destId="{8BE737BA-AACF-054B-B928-7CEE89096720}" srcOrd="5" destOrd="0" presId="urn:microsoft.com/office/officeart/2005/8/layout/process1"/>
    <dgm:cxn modelId="{F3BC6DF0-9FCE-7D42-B66A-216BC10C94F3}" type="presParOf" srcId="{8BE737BA-AACF-054B-B928-7CEE89096720}" destId="{609A646D-9951-644A-A87A-53B5321539EA}" srcOrd="0" destOrd="0" presId="urn:microsoft.com/office/officeart/2005/8/layout/process1"/>
    <dgm:cxn modelId="{E1FE5720-F522-F545-8843-ED9D84D246C8}" type="presParOf" srcId="{D3A0CBDB-4ECD-F942-A307-41E7E84BFC2E}" destId="{495DF314-1E9B-2646-AA9E-0C04A7D62D8C}" srcOrd="6" destOrd="0" presId="urn:microsoft.com/office/officeart/2005/8/layout/process1"/>
    <dgm:cxn modelId="{9D81253E-9F63-AD45-931F-05989AD34614}" type="presParOf" srcId="{D3A0CBDB-4ECD-F942-A307-41E7E84BFC2E}" destId="{809B95A8-3149-C54F-9210-0C7FC3C9C09A}" srcOrd="7" destOrd="0" presId="urn:microsoft.com/office/officeart/2005/8/layout/process1"/>
    <dgm:cxn modelId="{F58CBCE9-20D3-9E41-9901-591F3A9B6E6D}" type="presParOf" srcId="{809B95A8-3149-C54F-9210-0C7FC3C9C09A}" destId="{9BA4D51D-FE0D-624C-AC1F-5F2EA7A5AE40}" srcOrd="0" destOrd="0" presId="urn:microsoft.com/office/officeart/2005/8/layout/process1"/>
    <dgm:cxn modelId="{1FA48DC8-5E33-E846-8CDD-B2B319E386A1}" type="presParOf" srcId="{D3A0CBDB-4ECD-F942-A307-41E7E84BFC2E}" destId="{DF38E5E1-4AA0-314D-A4B3-658D810E1D5E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45A264-9E21-BC47-A2A4-AFCC2C35274C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l-NL"/>
        </a:p>
      </dgm:t>
    </dgm:pt>
    <dgm:pt modelId="{E3C19BFC-6EB6-0B43-B53C-9B268598D1C8}">
      <dgm:prSet/>
      <dgm:spPr/>
      <dgm:t>
        <a:bodyPr/>
        <a:lstStyle/>
        <a:p>
          <a:r>
            <a:rPr lang="nl-BE" dirty="0"/>
            <a:t>1. Formula Lifecycle Management</a:t>
          </a:r>
          <a:br>
            <a:rPr lang="nl-BE" dirty="0"/>
          </a:br>
          <a:r>
            <a:rPr lang="nl-BE" dirty="0"/>
            <a:t>   Erstellung → Einreichung → Validierung → Freigabe → Publikation</a:t>
          </a:r>
        </a:p>
      </dgm:t>
    </dgm:pt>
    <dgm:pt modelId="{E57FF16C-3EEE-8C4F-BB7D-66D0FDBEF904}" type="parTrans" cxnId="{D5B35BC2-AB57-BC45-912F-711D84D6A111}">
      <dgm:prSet/>
      <dgm:spPr/>
      <dgm:t>
        <a:bodyPr/>
        <a:lstStyle/>
        <a:p>
          <a:endParaRPr lang="nl-NL"/>
        </a:p>
      </dgm:t>
    </dgm:pt>
    <dgm:pt modelId="{D3A780AB-BD34-2947-945F-4FC5537086AF}" type="sibTrans" cxnId="{D5B35BC2-AB57-BC45-912F-711D84D6A111}">
      <dgm:prSet/>
      <dgm:spPr/>
      <dgm:t>
        <a:bodyPr/>
        <a:lstStyle/>
        <a:p>
          <a:endParaRPr lang="nl-NL"/>
        </a:p>
      </dgm:t>
    </dgm:pt>
    <dgm:pt modelId="{82292348-0DF5-9F49-9F85-2CB310E0C5A7}">
      <dgm:prSet/>
      <dgm:spPr/>
      <dgm:t>
        <a:bodyPr/>
        <a:lstStyle/>
        <a:p>
          <a:pPr>
            <a:buNone/>
          </a:pPr>
          <a:r>
            <a:rPr lang="nl-BE" dirty="0"/>
            <a:t>3. Formula Validation &amp; Approval</a:t>
          </a:r>
          <a:br>
            <a:rPr lang="nl-BE" dirty="0"/>
          </a:br>
          <a:r>
            <a:rPr lang="nl-BE" dirty="0"/>
            <a:t>   Empfang → Strukturprüfung → Geschäftsregeln → Entscheidung</a:t>
          </a:r>
          <a:endParaRPr lang="nl-NL" dirty="0"/>
        </a:p>
      </dgm:t>
    </dgm:pt>
    <dgm:pt modelId="{12182187-F246-E04F-AA4D-CC5552D91959}" type="parTrans" cxnId="{C44EB01F-0494-0241-A704-3DF9C085A172}">
      <dgm:prSet/>
      <dgm:spPr/>
      <dgm:t>
        <a:bodyPr/>
        <a:lstStyle/>
        <a:p>
          <a:endParaRPr lang="nl-NL"/>
        </a:p>
      </dgm:t>
    </dgm:pt>
    <dgm:pt modelId="{DD745000-D40A-3C4C-938C-9A8908ACD591}" type="sibTrans" cxnId="{C44EB01F-0494-0241-A704-3DF9C085A172}">
      <dgm:prSet/>
      <dgm:spPr/>
      <dgm:t>
        <a:bodyPr/>
        <a:lstStyle/>
        <a:p>
          <a:endParaRPr lang="nl-NL"/>
        </a:p>
      </dgm:t>
    </dgm:pt>
    <dgm:pt modelId="{F0C79F2D-26EE-774F-9C07-3DB5511A6CCA}">
      <dgm:prSet/>
      <dgm:spPr/>
      <dgm:t>
        <a:bodyPr/>
        <a:lstStyle/>
        <a:p>
          <a:r>
            <a:rPr lang="nl-BE" dirty="0"/>
            <a:t>2. Metering Data Processing</a:t>
          </a:r>
          <a:br>
            <a:rPr lang="nl-BE" dirty="0"/>
          </a:br>
          <a:r>
            <a:rPr lang="nl-BE" dirty="0"/>
            <a:t>   Zeitreihen sammeln → Übermitteln → Qualitätsprüfung → Speichern</a:t>
          </a:r>
          <a:endParaRPr lang="nl-NL" dirty="0"/>
        </a:p>
      </dgm:t>
    </dgm:pt>
    <dgm:pt modelId="{9A904F3F-2A66-FA40-8B28-F0B58DD4BAF7}" type="sibTrans" cxnId="{81B59361-72DC-B24B-AC57-C319075CDBE7}">
      <dgm:prSet/>
      <dgm:spPr/>
      <dgm:t>
        <a:bodyPr/>
        <a:lstStyle/>
        <a:p>
          <a:endParaRPr lang="nl-NL"/>
        </a:p>
      </dgm:t>
    </dgm:pt>
    <dgm:pt modelId="{F862BB2C-5EEF-D745-ADEE-6C4BF1A68305}" type="parTrans" cxnId="{81B59361-72DC-B24B-AC57-C319075CDBE7}">
      <dgm:prSet/>
      <dgm:spPr/>
      <dgm:t>
        <a:bodyPr/>
        <a:lstStyle/>
        <a:p>
          <a:endParaRPr lang="nl-NL"/>
        </a:p>
      </dgm:t>
    </dgm:pt>
    <dgm:pt modelId="{13627FFA-3761-2D4F-878E-492C4DCC1538}">
      <dgm:prSet/>
      <dgm:spPr/>
      <dgm:t>
        <a:bodyPr/>
        <a:lstStyle/>
        <a:p>
          <a:pPr>
            <a:buNone/>
          </a:pPr>
          <a:r>
            <a:rPr lang="nl-BE" dirty="0"/>
            <a:t>4. Calculation Execution Process</a:t>
          </a:r>
          <a:br>
            <a:rPr lang="nl-BE" dirty="0"/>
          </a:br>
          <a:r>
            <a:rPr lang="nl-BE" dirty="0"/>
            <a:t>   Formel abrufen → Daten abrufen → Berechnen → Ergebnis speichern</a:t>
          </a:r>
          <a:endParaRPr lang="nl-NL" dirty="0"/>
        </a:p>
      </dgm:t>
    </dgm:pt>
    <dgm:pt modelId="{5BF33634-9005-C144-AC18-D91E658BE2DF}" type="parTrans" cxnId="{45F0AACC-CA7F-324F-B54F-FE74C515E004}">
      <dgm:prSet/>
      <dgm:spPr/>
      <dgm:t>
        <a:bodyPr/>
        <a:lstStyle/>
        <a:p>
          <a:endParaRPr lang="nl-NL"/>
        </a:p>
      </dgm:t>
    </dgm:pt>
    <dgm:pt modelId="{0C8DA668-3996-3C46-9DFA-09446300100D}" type="sibTrans" cxnId="{45F0AACC-CA7F-324F-B54F-FE74C515E004}">
      <dgm:prSet/>
      <dgm:spPr/>
      <dgm:t>
        <a:bodyPr/>
        <a:lstStyle/>
        <a:p>
          <a:endParaRPr lang="nl-NL"/>
        </a:p>
      </dgm:t>
    </dgm:pt>
    <dgm:pt modelId="{8D910115-52B5-CF48-8B7D-0F9EF8403C19}" type="pres">
      <dgm:prSet presAssocID="{0D45A264-9E21-BC47-A2A4-AFCC2C35274C}" presName="linearFlow" presStyleCnt="0">
        <dgm:presLayoutVars>
          <dgm:resizeHandles val="exact"/>
        </dgm:presLayoutVars>
      </dgm:prSet>
      <dgm:spPr/>
    </dgm:pt>
    <dgm:pt modelId="{2C3DA850-F91C-B945-8465-D775CE66E098}" type="pres">
      <dgm:prSet presAssocID="{E3C19BFC-6EB6-0B43-B53C-9B268598D1C8}" presName="node" presStyleLbl="node1" presStyleIdx="0" presStyleCnt="4" custScaleX="341660">
        <dgm:presLayoutVars>
          <dgm:bulletEnabled val="1"/>
        </dgm:presLayoutVars>
      </dgm:prSet>
      <dgm:spPr/>
    </dgm:pt>
    <dgm:pt modelId="{C17641F1-B802-4647-AE1A-69ACB63DAECC}" type="pres">
      <dgm:prSet presAssocID="{D3A780AB-BD34-2947-945F-4FC5537086AF}" presName="sibTrans" presStyleLbl="sibTrans2D1" presStyleIdx="0" presStyleCnt="3"/>
      <dgm:spPr/>
    </dgm:pt>
    <dgm:pt modelId="{05BF1417-373C-C543-9926-C4653F9CFA2C}" type="pres">
      <dgm:prSet presAssocID="{D3A780AB-BD34-2947-945F-4FC5537086AF}" presName="connectorText" presStyleLbl="sibTrans2D1" presStyleIdx="0" presStyleCnt="3"/>
      <dgm:spPr/>
    </dgm:pt>
    <dgm:pt modelId="{4959BCEF-4C58-C342-992C-683BD0448DD6}" type="pres">
      <dgm:prSet presAssocID="{F0C79F2D-26EE-774F-9C07-3DB5511A6CCA}" presName="node" presStyleLbl="node1" presStyleIdx="1" presStyleCnt="4" custScaleX="341660">
        <dgm:presLayoutVars>
          <dgm:bulletEnabled val="1"/>
        </dgm:presLayoutVars>
      </dgm:prSet>
      <dgm:spPr/>
    </dgm:pt>
    <dgm:pt modelId="{D67F25D8-C634-0743-8034-94FDC5C166E0}" type="pres">
      <dgm:prSet presAssocID="{9A904F3F-2A66-FA40-8B28-F0B58DD4BAF7}" presName="sibTrans" presStyleLbl="sibTrans2D1" presStyleIdx="1" presStyleCnt="3"/>
      <dgm:spPr/>
    </dgm:pt>
    <dgm:pt modelId="{608851FD-E9A2-7340-9B64-2E482EF3058A}" type="pres">
      <dgm:prSet presAssocID="{9A904F3F-2A66-FA40-8B28-F0B58DD4BAF7}" presName="connectorText" presStyleLbl="sibTrans2D1" presStyleIdx="1" presStyleCnt="3"/>
      <dgm:spPr/>
    </dgm:pt>
    <dgm:pt modelId="{38DF1503-A2DA-CB47-8A00-36F292EBEB94}" type="pres">
      <dgm:prSet presAssocID="{82292348-0DF5-9F49-9F85-2CB310E0C5A7}" presName="node" presStyleLbl="node1" presStyleIdx="2" presStyleCnt="4" custScaleX="341407">
        <dgm:presLayoutVars>
          <dgm:bulletEnabled val="1"/>
        </dgm:presLayoutVars>
      </dgm:prSet>
      <dgm:spPr/>
    </dgm:pt>
    <dgm:pt modelId="{46B747D9-0F08-8443-8B99-B751F68D8FA6}" type="pres">
      <dgm:prSet presAssocID="{DD745000-D40A-3C4C-938C-9A8908ACD591}" presName="sibTrans" presStyleLbl="sibTrans2D1" presStyleIdx="2" presStyleCnt="3"/>
      <dgm:spPr/>
    </dgm:pt>
    <dgm:pt modelId="{D47DB2FD-43B4-294B-B3BD-85CC475F3868}" type="pres">
      <dgm:prSet presAssocID="{DD745000-D40A-3C4C-938C-9A8908ACD591}" presName="connectorText" presStyleLbl="sibTrans2D1" presStyleIdx="2" presStyleCnt="3"/>
      <dgm:spPr/>
    </dgm:pt>
    <dgm:pt modelId="{46AF4975-06E6-D742-A5B7-C3F329B7CC0D}" type="pres">
      <dgm:prSet presAssocID="{13627FFA-3761-2D4F-878E-492C4DCC1538}" presName="node" presStyleLbl="node1" presStyleIdx="3" presStyleCnt="4" custScaleX="342200">
        <dgm:presLayoutVars>
          <dgm:bulletEnabled val="1"/>
        </dgm:presLayoutVars>
      </dgm:prSet>
      <dgm:spPr/>
    </dgm:pt>
  </dgm:ptLst>
  <dgm:cxnLst>
    <dgm:cxn modelId="{C44EB01F-0494-0241-A704-3DF9C085A172}" srcId="{0D45A264-9E21-BC47-A2A4-AFCC2C35274C}" destId="{82292348-0DF5-9F49-9F85-2CB310E0C5A7}" srcOrd="2" destOrd="0" parTransId="{12182187-F246-E04F-AA4D-CC5552D91959}" sibTransId="{DD745000-D40A-3C4C-938C-9A8908ACD591}"/>
    <dgm:cxn modelId="{533CC723-36F6-F949-ACA6-B7B2854A779F}" type="presOf" srcId="{13627FFA-3761-2D4F-878E-492C4DCC1538}" destId="{46AF4975-06E6-D742-A5B7-C3F329B7CC0D}" srcOrd="0" destOrd="0" presId="urn:microsoft.com/office/officeart/2005/8/layout/process2"/>
    <dgm:cxn modelId="{1E6A9B26-BD8B-8948-B5EF-5CA0A121F49B}" type="presOf" srcId="{DD745000-D40A-3C4C-938C-9A8908ACD591}" destId="{D47DB2FD-43B4-294B-B3BD-85CC475F3868}" srcOrd="1" destOrd="0" presId="urn:microsoft.com/office/officeart/2005/8/layout/process2"/>
    <dgm:cxn modelId="{FC3D1B42-2C43-A246-9242-70DA69288396}" type="presOf" srcId="{DD745000-D40A-3C4C-938C-9A8908ACD591}" destId="{46B747D9-0F08-8443-8B99-B751F68D8FA6}" srcOrd="0" destOrd="0" presId="urn:microsoft.com/office/officeart/2005/8/layout/process2"/>
    <dgm:cxn modelId="{C7844044-3C25-224F-9FB0-F580891C1DCB}" type="presOf" srcId="{9A904F3F-2A66-FA40-8B28-F0B58DD4BAF7}" destId="{D67F25D8-C634-0743-8034-94FDC5C166E0}" srcOrd="0" destOrd="0" presId="urn:microsoft.com/office/officeart/2005/8/layout/process2"/>
    <dgm:cxn modelId="{81B59361-72DC-B24B-AC57-C319075CDBE7}" srcId="{0D45A264-9E21-BC47-A2A4-AFCC2C35274C}" destId="{F0C79F2D-26EE-774F-9C07-3DB5511A6CCA}" srcOrd="1" destOrd="0" parTransId="{F862BB2C-5EEF-D745-ADEE-6C4BF1A68305}" sibTransId="{9A904F3F-2A66-FA40-8B28-F0B58DD4BAF7}"/>
    <dgm:cxn modelId="{28958CA2-3C95-A742-9564-617B80375F23}" type="presOf" srcId="{E3C19BFC-6EB6-0B43-B53C-9B268598D1C8}" destId="{2C3DA850-F91C-B945-8465-D775CE66E098}" srcOrd="0" destOrd="0" presId="urn:microsoft.com/office/officeart/2005/8/layout/process2"/>
    <dgm:cxn modelId="{2C4B3AA7-7CF0-284B-9C5E-C66B605C66D7}" type="presOf" srcId="{D3A780AB-BD34-2947-945F-4FC5537086AF}" destId="{C17641F1-B802-4647-AE1A-69ACB63DAECC}" srcOrd="0" destOrd="0" presId="urn:microsoft.com/office/officeart/2005/8/layout/process2"/>
    <dgm:cxn modelId="{2305E4C1-67B9-6947-AB61-198CD8AD7DBF}" type="presOf" srcId="{D3A780AB-BD34-2947-945F-4FC5537086AF}" destId="{05BF1417-373C-C543-9926-C4653F9CFA2C}" srcOrd="1" destOrd="0" presId="urn:microsoft.com/office/officeart/2005/8/layout/process2"/>
    <dgm:cxn modelId="{D5B35BC2-AB57-BC45-912F-711D84D6A111}" srcId="{0D45A264-9E21-BC47-A2A4-AFCC2C35274C}" destId="{E3C19BFC-6EB6-0B43-B53C-9B268598D1C8}" srcOrd="0" destOrd="0" parTransId="{E57FF16C-3EEE-8C4F-BB7D-66D0FDBEF904}" sibTransId="{D3A780AB-BD34-2947-945F-4FC5537086AF}"/>
    <dgm:cxn modelId="{64F6F7C4-EC71-8B42-A219-038074AC420B}" type="presOf" srcId="{F0C79F2D-26EE-774F-9C07-3DB5511A6CCA}" destId="{4959BCEF-4C58-C342-992C-683BD0448DD6}" srcOrd="0" destOrd="0" presId="urn:microsoft.com/office/officeart/2005/8/layout/process2"/>
    <dgm:cxn modelId="{45F0AACC-CA7F-324F-B54F-FE74C515E004}" srcId="{0D45A264-9E21-BC47-A2A4-AFCC2C35274C}" destId="{13627FFA-3761-2D4F-878E-492C4DCC1538}" srcOrd="3" destOrd="0" parTransId="{5BF33634-9005-C144-AC18-D91E658BE2DF}" sibTransId="{0C8DA668-3996-3C46-9DFA-09446300100D}"/>
    <dgm:cxn modelId="{E03381D0-DB71-4C40-B590-AC8991BE99EB}" type="presOf" srcId="{0D45A264-9E21-BC47-A2A4-AFCC2C35274C}" destId="{8D910115-52B5-CF48-8B7D-0F9EF8403C19}" srcOrd="0" destOrd="0" presId="urn:microsoft.com/office/officeart/2005/8/layout/process2"/>
    <dgm:cxn modelId="{47085ED8-1042-704A-8E69-DC7DBA373170}" type="presOf" srcId="{82292348-0DF5-9F49-9F85-2CB310E0C5A7}" destId="{38DF1503-A2DA-CB47-8A00-36F292EBEB94}" srcOrd="0" destOrd="0" presId="urn:microsoft.com/office/officeart/2005/8/layout/process2"/>
    <dgm:cxn modelId="{03A85BF5-084F-6C41-B36C-480B85CC52C7}" type="presOf" srcId="{9A904F3F-2A66-FA40-8B28-F0B58DD4BAF7}" destId="{608851FD-E9A2-7340-9B64-2E482EF3058A}" srcOrd="1" destOrd="0" presId="urn:microsoft.com/office/officeart/2005/8/layout/process2"/>
    <dgm:cxn modelId="{833E8D6A-B9E8-EA48-B3E1-D3448080BD6F}" type="presParOf" srcId="{8D910115-52B5-CF48-8B7D-0F9EF8403C19}" destId="{2C3DA850-F91C-B945-8465-D775CE66E098}" srcOrd="0" destOrd="0" presId="urn:microsoft.com/office/officeart/2005/8/layout/process2"/>
    <dgm:cxn modelId="{387B0889-39FC-C149-BDCE-E2D80E3B5FEB}" type="presParOf" srcId="{8D910115-52B5-CF48-8B7D-0F9EF8403C19}" destId="{C17641F1-B802-4647-AE1A-69ACB63DAECC}" srcOrd="1" destOrd="0" presId="urn:microsoft.com/office/officeart/2005/8/layout/process2"/>
    <dgm:cxn modelId="{909DA9FA-3B48-954B-B904-0898598C2D01}" type="presParOf" srcId="{C17641F1-B802-4647-AE1A-69ACB63DAECC}" destId="{05BF1417-373C-C543-9926-C4653F9CFA2C}" srcOrd="0" destOrd="0" presId="urn:microsoft.com/office/officeart/2005/8/layout/process2"/>
    <dgm:cxn modelId="{9F120512-808F-C045-B1D8-A9E0E6098836}" type="presParOf" srcId="{8D910115-52B5-CF48-8B7D-0F9EF8403C19}" destId="{4959BCEF-4C58-C342-992C-683BD0448DD6}" srcOrd="2" destOrd="0" presId="urn:microsoft.com/office/officeart/2005/8/layout/process2"/>
    <dgm:cxn modelId="{1898DDFB-34E9-834C-AA27-A3D7D415F5E1}" type="presParOf" srcId="{8D910115-52B5-CF48-8B7D-0F9EF8403C19}" destId="{D67F25D8-C634-0743-8034-94FDC5C166E0}" srcOrd="3" destOrd="0" presId="urn:microsoft.com/office/officeart/2005/8/layout/process2"/>
    <dgm:cxn modelId="{F94006FB-1BDF-E047-ADA7-D675E1512CC6}" type="presParOf" srcId="{D67F25D8-C634-0743-8034-94FDC5C166E0}" destId="{608851FD-E9A2-7340-9B64-2E482EF3058A}" srcOrd="0" destOrd="0" presId="urn:microsoft.com/office/officeart/2005/8/layout/process2"/>
    <dgm:cxn modelId="{490E4E29-E572-BE4C-BCB2-7ABA12617DCB}" type="presParOf" srcId="{8D910115-52B5-CF48-8B7D-0F9EF8403C19}" destId="{38DF1503-A2DA-CB47-8A00-36F292EBEB94}" srcOrd="4" destOrd="0" presId="urn:microsoft.com/office/officeart/2005/8/layout/process2"/>
    <dgm:cxn modelId="{B82931FC-953C-0849-8E0C-B903E8E55391}" type="presParOf" srcId="{8D910115-52B5-CF48-8B7D-0F9EF8403C19}" destId="{46B747D9-0F08-8443-8B99-B751F68D8FA6}" srcOrd="5" destOrd="0" presId="urn:microsoft.com/office/officeart/2005/8/layout/process2"/>
    <dgm:cxn modelId="{8B911A79-18FA-EE47-A452-3EB2202C2A70}" type="presParOf" srcId="{46B747D9-0F08-8443-8B99-B751F68D8FA6}" destId="{D47DB2FD-43B4-294B-B3BD-85CC475F3868}" srcOrd="0" destOrd="0" presId="urn:microsoft.com/office/officeart/2005/8/layout/process2"/>
    <dgm:cxn modelId="{89A568A2-8916-B54B-9CD3-7B6ADD67C9AE}" type="presParOf" srcId="{8D910115-52B5-CF48-8B7D-0F9EF8403C19}" destId="{46AF4975-06E6-D742-A5B7-C3F329B7CC0D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45A264-9E21-BC47-A2A4-AFCC2C35274C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l-NL"/>
        </a:p>
      </dgm:t>
    </dgm:pt>
    <dgm:pt modelId="{E3C19BFC-6EB6-0B43-B53C-9B268598D1C8}">
      <dgm:prSet/>
      <dgm:spPr/>
      <dgm:t>
        <a:bodyPr/>
        <a:lstStyle/>
        <a:p>
          <a:r>
            <a:rPr lang="nl-BE" dirty="0"/>
            <a:t>MSB (Messstellenbetreiber)</a:t>
          </a:r>
          <a:br>
            <a:rPr lang="nl-BE" dirty="0"/>
          </a:br>
          <a:r>
            <a:rPr lang="nl-BE" dirty="0"/>
            <a:t>    POST /v1/formulas</a:t>
          </a:r>
        </a:p>
      </dgm:t>
    </dgm:pt>
    <dgm:pt modelId="{E57FF16C-3EEE-8C4F-BB7D-66D0FDBEF904}" type="parTrans" cxnId="{D5B35BC2-AB57-BC45-912F-711D84D6A111}">
      <dgm:prSet/>
      <dgm:spPr/>
      <dgm:t>
        <a:bodyPr/>
        <a:lstStyle/>
        <a:p>
          <a:endParaRPr lang="nl-NL"/>
        </a:p>
      </dgm:t>
    </dgm:pt>
    <dgm:pt modelId="{D3A780AB-BD34-2947-945F-4FC5537086AF}" type="sibTrans" cxnId="{D5B35BC2-AB57-BC45-912F-711D84D6A111}">
      <dgm:prSet/>
      <dgm:spPr/>
      <dgm:t>
        <a:bodyPr/>
        <a:lstStyle/>
        <a:p>
          <a:endParaRPr lang="nl-NL"/>
        </a:p>
      </dgm:t>
    </dgm:pt>
    <dgm:pt modelId="{F0C79F2D-26EE-774F-9C07-3DB5511A6CCA}">
      <dgm:prSet/>
      <dgm:spPr/>
      <dgm:t>
        <a:bodyPr/>
        <a:lstStyle/>
        <a:p>
          <a:r>
            <a:rPr lang="nl-BE" dirty="0"/>
            <a:t>MaBiS Hub (4ÜNB)</a:t>
          </a:r>
          <a:br>
            <a:rPr lang="nl-BE" dirty="0"/>
          </a:br>
          <a:r>
            <a:rPr lang="nl-BE" dirty="0"/>
            <a:t>  • Validates</a:t>
          </a:r>
          <a:br>
            <a:rPr lang="nl-BE" dirty="0"/>
          </a:br>
          <a:r>
            <a:rPr lang="nl-BE" dirty="0"/>
            <a:t>  • Stores</a:t>
          </a:r>
          <a:br>
            <a:rPr lang="nl-BE" dirty="0"/>
          </a:br>
          <a:r>
            <a:rPr lang="nl-BE" dirty="0"/>
            <a:t>  • Routes</a:t>
          </a:r>
          <a:br>
            <a:rPr lang="nl-BE" dirty="0"/>
          </a:br>
          <a:r>
            <a:rPr lang="nl-BE" dirty="0"/>
            <a:t>    ↓ GET /v1/formulas</a:t>
          </a:r>
          <a:endParaRPr lang="nl-NL" dirty="0"/>
        </a:p>
      </dgm:t>
    </dgm:pt>
    <dgm:pt modelId="{F862BB2C-5EEF-D745-ADEE-6C4BF1A68305}" type="parTrans" cxnId="{81B59361-72DC-B24B-AC57-C319075CDBE7}">
      <dgm:prSet/>
      <dgm:spPr/>
      <dgm:t>
        <a:bodyPr/>
        <a:lstStyle/>
        <a:p>
          <a:endParaRPr lang="nl-NL"/>
        </a:p>
      </dgm:t>
    </dgm:pt>
    <dgm:pt modelId="{9A904F3F-2A66-FA40-8B28-F0B58DD4BAF7}" type="sibTrans" cxnId="{81B59361-72DC-B24B-AC57-C319075CDBE7}">
      <dgm:prSet/>
      <dgm:spPr/>
      <dgm:t>
        <a:bodyPr/>
        <a:lstStyle/>
        <a:p>
          <a:endParaRPr lang="nl-NL"/>
        </a:p>
      </dgm:t>
    </dgm:pt>
    <dgm:pt modelId="{82292348-0DF5-9F49-9F85-2CB310E0C5A7}">
      <dgm:prSet/>
      <dgm:spPr/>
      <dgm:t>
        <a:bodyPr/>
        <a:lstStyle/>
        <a:p>
          <a:pPr>
            <a:buNone/>
          </a:pPr>
          <a:r>
            <a:rPr lang="nl-BE" dirty="0"/>
            <a:t>NB (Netzbetreiber</a:t>
          </a:r>
          <a:endParaRPr lang="nl-NL" dirty="0"/>
        </a:p>
      </dgm:t>
    </dgm:pt>
    <dgm:pt modelId="{12182187-F246-E04F-AA4D-CC5552D91959}" type="parTrans" cxnId="{C44EB01F-0494-0241-A704-3DF9C085A172}">
      <dgm:prSet/>
      <dgm:spPr/>
      <dgm:t>
        <a:bodyPr/>
        <a:lstStyle/>
        <a:p>
          <a:endParaRPr lang="nl-NL"/>
        </a:p>
      </dgm:t>
    </dgm:pt>
    <dgm:pt modelId="{DD745000-D40A-3C4C-938C-9A8908ACD591}" type="sibTrans" cxnId="{C44EB01F-0494-0241-A704-3DF9C085A172}">
      <dgm:prSet/>
      <dgm:spPr/>
      <dgm:t>
        <a:bodyPr/>
        <a:lstStyle/>
        <a:p>
          <a:endParaRPr lang="nl-NL"/>
        </a:p>
      </dgm:t>
    </dgm:pt>
    <dgm:pt modelId="{02E01717-9A06-354D-95BD-9726E6F878C0}" type="pres">
      <dgm:prSet presAssocID="{0D45A264-9E21-BC47-A2A4-AFCC2C35274C}" presName="Name0" presStyleCnt="0">
        <dgm:presLayoutVars>
          <dgm:dir/>
          <dgm:resizeHandles val="exact"/>
        </dgm:presLayoutVars>
      </dgm:prSet>
      <dgm:spPr/>
    </dgm:pt>
    <dgm:pt modelId="{CEBD2582-3D90-1741-9DFB-D7C8EF3015D2}" type="pres">
      <dgm:prSet presAssocID="{E3C19BFC-6EB6-0B43-B53C-9B268598D1C8}" presName="parTxOnly" presStyleLbl="node1" presStyleIdx="0" presStyleCnt="3">
        <dgm:presLayoutVars>
          <dgm:bulletEnabled val="1"/>
        </dgm:presLayoutVars>
      </dgm:prSet>
      <dgm:spPr/>
    </dgm:pt>
    <dgm:pt modelId="{F2CCC7DF-02AF-0B4A-820C-D8BC28B017AB}" type="pres">
      <dgm:prSet presAssocID="{D3A780AB-BD34-2947-945F-4FC5537086AF}" presName="parSpace" presStyleCnt="0"/>
      <dgm:spPr/>
    </dgm:pt>
    <dgm:pt modelId="{7B2A1B47-2A52-964D-96FC-600A598F8B26}" type="pres">
      <dgm:prSet presAssocID="{F0C79F2D-26EE-774F-9C07-3DB5511A6CCA}" presName="parTxOnly" presStyleLbl="node1" presStyleIdx="1" presStyleCnt="3">
        <dgm:presLayoutVars>
          <dgm:bulletEnabled val="1"/>
        </dgm:presLayoutVars>
      </dgm:prSet>
      <dgm:spPr/>
    </dgm:pt>
    <dgm:pt modelId="{A55EE826-7A64-FB4B-8475-B212F8BFA319}" type="pres">
      <dgm:prSet presAssocID="{9A904F3F-2A66-FA40-8B28-F0B58DD4BAF7}" presName="parSpace" presStyleCnt="0"/>
      <dgm:spPr/>
    </dgm:pt>
    <dgm:pt modelId="{8A8FC465-2DE8-884A-92A2-3829DD962325}" type="pres">
      <dgm:prSet presAssocID="{82292348-0DF5-9F49-9F85-2CB310E0C5A7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C44EB01F-0494-0241-A704-3DF9C085A172}" srcId="{0D45A264-9E21-BC47-A2A4-AFCC2C35274C}" destId="{82292348-0DF5-9F49-9F85-2CB310E0C5A7}" srcOrd="2" destOrd="0" parTransId="{12182187-F246-E04F-AA4D-CC5552D91959}" sibTransId="{DD745000-D40A-3C4C-938C-9A8908ACD591}"/>
    <dgm:cxn modelId="{81B59361-72DC-B24B-AC57-C319075CDBE7}" srcId="{0D45A264-9E21-BC47-A2A4-AFCC2C35274C}" destId="{F0C79F2D-26EE-774F-9C07-3DB5511A6CCA}" srcOrd="1" destOrd="0" parTransId="{F862BB2C-5EEF-D745-ADEE-6C4BF1A68305}" sibTransId="{9A904F3F-2A66-FA40-8B28-F0B58DD4BAF7}"/>
    <dgm:cxn modelId="{08774878-50F0-3846-8891-E20AF195EE55}" type="presOf" srcId="{E3C19BFC-6EB6-0B43-B53C-9B268598D1C8}" destId="{CEBD2582-3D90-1741-9DFB-D7C8EF3015D2}" srcOrd="0" destOrd="0" presId="urn:microsoft.com/office/officeart/2005/8/layout/hChevron3"/>
    <dgm:cxn modelId="{B7F840BB-49CB-754B-B59B-06412B2269B9}" type="presOf" srcId="{82292348-0DF5-9F49-9F85-2CB310E0C5A7}" destId="{8A8FC465-2DE8-884A-92A2-3829DD962325}" srcOrd="0" destOrd="0" presId="urn:microsoft.com/office/officeart/2005/8/layout/hChevron3"/>
    <dgm:cxn modelId="{D5B35BC2-AB57-BC45-912F-711D84D6A111}" srcId="{0D45A264-9E21-BC47-A2A4-AFCC2C35274C}" destId="{E3C19BFC-6EB6-0B43-B53C-9B268598D1C8}" srcOrd="0" destOrd="0" parTransId="{E57FF16C-3EEE-8C4F-BB7D-66D0FDBEF904}" sibTransId="{D3A780AB-BD34-2947-945F-4FC5537086AF}"/>
    <dgm:cxn modelId="{E4E132DD-60B5-5B48-AF51-9EEE25F330FE}" type="presOf" srcId="{0D45A264-9E21-BC47-A2A4-AFCC2C35274C}" destId="{02E01717-9A06-354D-95BD-9726E6F878C0}" srcOrd="0" destOrd="0" presId="urn:microsoft.com/office/officeart/2005/8/layout/hChevron3"/>
    <dgm:cxn modelId="{268FE1E6-40B0-9D4A-9A11-3C5137C53082}" type="presOf" srcId="{F0C79F2D-26EE-774F-9C07-3DB5511A6CCA}" destId="{7B2A1B47-2A52-964D-96FC-600A598F8B26}" srcOrd="0" destOrd="0" presId="urn:microsoft.com/office/officeart/2005/8/layout/hChevron3"/>
    <dgm:cxn modelId="{63F771B6-8DA8-834C-B5FE-DECEDDD550DE}" type="presParOf" srcId="{02E01717-9A06-354D-95BD-9726E6F878C0}" destId="{CEBD2582-3D90-1741-9DFB-D7C8EF3015D2}" srcOrd="0" destOrd="0" presId="urn:microsoft.com/office/officeart/2005/8/layout/hChevron3"/>
    <dgm:cxn modelId="{C8F1E293-FA05-3440-902D-DAD578026276}" type="presParOf" srcId="{02E01717-9A06-354D-95BD-9726E6F878C0}" destId="{F2CCC7DF-02AF-0B4A-820C-D8BC28B017AB}" srcOrd="1" destOrd="0" presId="urn:microsoft.com/office/officeart/2005/8/layout/hChevron3"/>
    <dgm:cxn modelId="{C21AF76D-5F2D-504A-B4C1-458A507A642E}" type="presParOf" srcId="{02E01717-9A06-354D-95BD-9726E6F878C0}" destId="{7B2A1B47-2A52-964D-96FC-600A598F8B26}" srcOrd="2" destOrd="0" presId="urn:microsoft.com/office/officeart/2005/8/layout/hChevron3"/>
    <dgm:cxn modelId="{354866F0-039E-314E-9D03-7366AEFBD889}" type="presParOf" srcId="{02E01717-9A06-354D-95BD-9726E6F878C0}" destId="{A55EE826-7A64-FB4B-8475-B212F8BFA319}" srcOrd="3" destOrd="0" presId="urn:microsoft.com/office/officeart/2005/8/layout/hChevron3"/>
    <dgm:cxn modelId="{8F1A19A2-0CF7-AF40-BCEF-DB43F8B78C68}" type="presParOf" srcId="{02E01717-9A06-354D-95BD-9726E6F878C0}" destId="{8A8FC465-2DE8-884A-92A2-3829DD962325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415A1D-B9CB-8342-92E3-A182062AC5C4}">
      <dsp:nvSpPr>
        <dsp:cNvPr id="0" name=""/>
        <dsp:cNvSpPr/>
      </dsp:nvSpPr>
      <dsp:spPr>
        <a:xfrm>
          <a:off x="3660" y="62699"/>
          <a:ext cx="1134806" cy="7128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800" kern="1200"/>
            <a:t>MSB</a:t>
          </a:r>
          <a:endParaRPr lang="nl-BE" sz="1800" kern="1200" dirty="0"/>
        </a:p>
      </dsp:txBody>
      <dsp:txXfrm>
        <a:off x="24537" y="83576"/>
        <a:ext cx="1093052" cy="671046"/>
      </dsp:txXfrm>
    </dsp:sp>
    <dsp:sp modelId="{F2C5C84B-ED17-5646-BAF1-915A09273A44}">
      <dsp:nvSpPr>
        <dsp:cNvPr id="0" name=""/>
        <dsp:cNvSpPr/>
      </dsp:nvSpPr>
      <dsp:spPr>
        <a:xfrm>
          <a:off x="1251947" y="278383"/>
          <a:ext cx="240578" cy="2814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NL" sz="1200" kern="1200"/>
        </a:p>
      </dsp:txBody>
      <dsp:txXfrm>
        <a:off x="1251947" y="334669"/>
        <a:ext cx="168405" cy="168859"/>
      </dsp:txXfrm>
    </dsp:sp>
    <dsp:sp modelId="{C25C953E-C616-7E42-832C-82AAD7833E0C}">
      <dsp:nvSpPr>
        <dsp:cNvPr id="0" name=""/>
        <dsp:cNvSpPr/>
      </dsp:nvSpPr>
      <dsp:spPr>
        <a:xfrm>
          <a:off x="1592389" y="62699"/>
          <a:ext cx="1134806" cy="7128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800" kern="1200" dirty="0"/>
            <a:t>EDIFACT UTILTS </a:t>
          </a:r>
          <a:endParaRPr lang="nl-NL" sz="1800" kern="1200" dirty="0"/>
        </a:p>
      </dsp:txBody>
      <dsp:txXfrm>
        <a:off x="1613266" y="83576"/>
        <a:ext cx="1093052" cy="671046"/>
      </dsp:txXfrm>
    </dsp:sp>
    <dsp:sp modelId="{AA6D6B9E-8765-8D46-B5AD-5FA0279BBB64}">
      <dsp:nvSpPr>
        <dsp:cNvPr id="0" name=""/>
        <dsp:cNvSpPr/>
      </dsp:nvSpPr>
      <dsp:spPr>
        <a:xfrm>
          <a:off x="2840675" y="278383"/>
          <a:ext cx="240578" cy="2814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NL" sz="1200" kern="1200"/>
        </a:p>
      </dsp:txBody>
      <dsp:txXfrm>
        <a:off x="2840675" y="334669"/>
        <a:ext cx="168405" cy="168859"/>
      </dsp:txXfrm>
    </dsp:sp>
    <dsp:sp modelId="{14E82ADD-DE3B-B84D-A3DC-2666412CAED5}">
      <dsp:nvSpPr>
        <dsp:cNvPr id="0" name=""/>
        <dsp:cNvSpPr/>
      </dsp:nvSpPr>
      <dsp:spPr>
        <a:xfrm>
          <a:off x="3181117" y="62699"/>
          <a:ext cx="1134806" cy="7128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800" kern="1200" dirty="0"/>
            <a:t>UNB</a:t>
          </a:r>
        </a:p>
      </dsp:txBody>
      <dsp:txXfrm>
        <a:off x="3201994" y="83576"/>
        <a:ext cx="1093052" cy="671046"/>
      </dsp:txXfrm>
    </dsp:sp>
    <dsp:sp modelId="{8BE737BA-AACF-054B-B928-7CEE89096720}">
      <dsp:nvSpPr>
        <dsp:cNvPr id="0" name=""/>
        <dsp:cNvSpPr/>
      </dsp:nvSpPr>
      <dsp:spPr>
        <a:xfrm>
          <a:off x="4429404" y="278383"/>
          <a:ext cx="240578" cy="2814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NL" sz="1200" kern="1200"/>
        </a:p>
      </dsp:txBody>
      <dsp:txXfrm>
        <a:off x="4429404" y="334669"/>
        <a:ext cx="168405" cy="168859"/>
      </dsp:txXfrm>
    </dsp:sp>
    <dsp:sp modelId="{495DF314-1E9B-2646-AA9E-0C04A7D62D8C}">
      <dsp:nvSpPr>
        <dsp:cNvPr id="0" name=""/>
        <dsp:cNvSpPr/>
      </dsp:nvSpPr>
      <dsp:spPr>
        <a:xfrm>
          <a:off x="4769845" y="62699"/>
          <a:ext cx="1134806" cy="7128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800" kern="1200" dirty="0"/>
            <a:t>EDIFACT UTILTS </a:t>
          </a:r>
          <a:endParaRPr lang="nl-NL" sz="1800" kern="1200" dirty="0"/>
        </a:p>
      </dsp:txBody>
      <dsp:txXfrm>
        <a:off x="4790722" y="83576"/>
        <a:ext cx="1093052" cy="671046"/>
      </dsp:txXfrm>
    </dsp:sp>
    <dsp:sp modelId="{809B95A8-3149-C54F-9210-0C7FC3C9C09A}">
      <dsp:nvSpPr>
        <dsp:cNvPr id="0" name=""/>
        <dsp:cNvSpPr/>
      </dsp:nvSpPr>
      <dsp:spPr>
        <a:xfrm>
          <a:off x="6018132" y="278383"/>
          <a:ext cx="240578" cy="2814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NL" sz="1200" kern="1200"/>
        </a:p>
      </dsp:txBody>
      <dsp:txXfrm>
        <a:off x="6018132" y="334669"/>
        <a:ext cx="168405" cy="168859"/>
      </dsp:txXfrm>
    </dsp:sp>
    <dsp:sp modelId="{DF38E5E1-4AA0-314D-A4B3-658D810E1D5E}">
      <dsp:nvSpPr>
        <dsp:cNvPr id="0" name=""/>
        <dsp:cNvSpPr/>
      </dsp:nvSpPr>
      <dsp:spPr>
        <a:xfrm>
          <a:off x="6358574" y="62699"/>
          <a:ext cx="1134806" cy="7128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800" kern="1200" dirty="0"/>
            <a:t>NB</a:t>
          </a:r>
          <a:endParaRPr lang="nl-NL" sz="1800" kern="1200" dirty="0"/>
        </a:p>
      </dsp:txBody>
      <dsp:txXfrm>
        <a:off x="6379451" y="83576"/>
        <a:ext cx="1093052" cy="6710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3DA850-F91C-B945-8465-D775CE66E098}">
      <dsp:nvSpPr>
        <dsp:cNvPr id="0" name=""/>
        <dsp:cNvSpPr/>
      </dsp:nvSpPr>
      <dsp:spPr>
        <a:xfrm>
          <a:off x="-3809" y="4576"/>
          <a:ext cx="10287691" cy="8507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600" kern="1200" dirty="0"/>
            <a:t>1. Formula Lifecycle Management</a:t>
          </a:r>
          <a:br>
            <a:rPr lang="nl-BE" sz="1600" kern="1200" dirty="0"/>
          </a:br>
          <a:r>
            <a:rPr lang="nl-BE" sz="1600" kern="1200" dirty="0"/>
            <a:t>   Erstellung → Einreichung → Validierung → Freigabe → Publikation</a:t>
          </a:r>
        </a:p>
      </dsp:txBody>
      <dsp:txXfrm>
        <a:off x="21109" y="29494"/>
        <a:ext cx="10237855" cy="800912"/>
      </dsp:txXfrm>
    </dsp:sp>
    <dsp:sp modelId="{C17641F1-B802-4647-AE1A-69ACB63DAECC}">
      <dsp:nvSpPr>
        <dsp:cNvPr id="0" name=""/>
        <dsp:cNvSpPr/>
      </dsp:nvSpPr>
      <dsp:spPr>
        <a:xfrm rot="5400000">
          <a:off x="4980521" y="876593"/>
          <a:ext cx="319030" cy="3828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NL" sz="1300" kern="1200"/>
        </a:p>
      </dsp:txBody>
      <dsp:txXfrm rot="-5400000">
        <a:off x="5025186" y="908496"/>
        <a:ext cx="229702" cy="223321"/>
      </dsp:txXfrm>
    </dsp:sp>
    <dsp:sp modelId="{4959BCEF-4C58-C342-992C-683BD0448DD6}">
      <dsp:nvSpPr>
        <dsp:cNvPr id="0" name=""/>
        <dsp:cNvSpPr/>
      </dsp:nvSpPr>
      <dsp:spPr>
        <a:xfrm>
          <a:off x="-3809" y="1280698"/>
          <a:ext cx="10287691" cy="8507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600" kern="1200" dirty="0"/>
            <a:t>2. Metering Data Processing</a:t>
          </a:r>
          <a:br>
            <a:rPr lang="nl-BE" sz="1600" kern="1200" dirty="0"/>
          </a:br>
          <a:r>
            <a:rPr lang="nl-BE" sz="1600" kern="1200" dirty="0"/>
            <a:t>   Zeitreihen sammeln → Übermitteln → Qualitätsprüfung → Speichern</a:t>
          </a:r>
          <a:endParaRPr lang="nl-NL" sz="1600" kern="1200" dirty="0"/>
        </a:p>
      </dsp:txBody>
      <dsp:txXfrm>
        <a:off x="21109" y="1305616"/>
        <a:ext cx="10237855" cy="800912"/>
      </dsp:txXfrm>
    </dsp:sp>
    <dsp:sp modelId="{D67F25D8-C634-0743-8034-94FDC5C166E0}">
      <dsp:nvSpPr>
        <dsp:cNvPr id="0" name=""/>
        <dsp:cNvSpPr/>
      </dsp:nvSpPr>
      <dsp:spPr>
        <a:xfrm rot="5400000">
          <a:off x="4980521" y="2152716"/>
          <a:ext cx="319030" cy="3828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NL" sz="1300" kern="1200"/>
        </a:p>
      </dsp:txBody>
      <dsp:txXfrm rot="-5400000">
        <a:off x="5025186" y="2184619"/>
        <a:ext cx="229702" cy="223321"/>
      </dsp:txXfrm>
    </dsp:sp>
    <dsp:sp modelId="{38DF1503-A2DA-CB47-8A00-36F292EBEB94}">
      <dsp:nvSpPr>
        <dsp:cNvPr id="0" name=""/>
        <dsp:cNvSpPr/>
      </dsp:nvSpPr>
      <dsp:spPr>
        <a:xfrm>
          <a:off x="0" y="2556821"/>
          <a:ext cx="10280073" cy="8507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600" kern="1200" dirty="0"/>
            <a:t>3. Formula Validation &amp; Approval</a:t>
          </a:r>
          <a:br>
            <a:rPr lang="nl-BE" sz="1600" kern="1200" dirty="0"/>
          </a:br>
          <a:r>
            <a:rPr lang="nl-BE" sz="1600" kern="1200" dirty="0"/>
            <a:t>   Empfang → Strukturprüfung → Geschäftsregeln → Entscheidung</a:t>
          </a:r>
          <a:endParaRPr lang="nl-NL" sz="1600" kern="1200" dirty="0"/>
        </a:p>
      </dsp:txBody>
      <dsp:txXfrm>
        <a:off x="24918" y="2581739"/>
        <a:ext cx="10230237" cy="800912"/>
      </dsp:txXfrm>
    </dsp:sp>
    <dsp:sp modelId="{46B747D9-0F08-8443-8B99-B751F68D8FA6}">
      <dsp:nvSpPr>
        <dsp:cNvPr id="0" name=""/>
        <dsp:cNvSpPr/>
      </dsp:nvSpPr>
      <dsp:spPr>
        <a:xfrm rot="5400000">
          <a:off x="4980521" y="3428838"/>
          <a:ext cx="319030" cy="3828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NL" sz="1300" kern="1200"/>
        </a:p>
      </dsp:txBody>
      <dsp:txXfrm rot="-5400000">
        <a:off x="5025186" y="3460741"/>
        <a:ext cx="229702" cy="223321"/>
      </dsp:txXfrm>
    </dsp:sp>
    <dsp:sp modelId="{46AF4975-06E6-D742-A5B7-C3F329B7CC0D}">
      <dsp:nvSpPr>
        <dsp:cNvPr id="0" name=""/>
        <dsp:cNvSpPr/>
      </dsp:nvSpPr>
      <dsp:spPr>
        <a:xfrm>
          <a:off x="-11938" y="3832944"/>
          <a:ext cx="10303950" cy="8507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600" kern="1200" dirty="0"/>
            <a:t>4. Calculation Execution Process</a:t>
          </a:r>
          <a:br>
            <a:rPr lang="nl-BE" sz="1600" kern="1200" dirty="0"/>
          </a:br>
          <a:r>
            <a:rPr lang="nl-BE" sz="1600" kern="1200" dirty="0"/>
            <a:t>   Formel abrufen → Daten abrufen → Berechnen → Ergebnis speichern</a:t>
          </a:r>
          <a:endParaRPr lang="nl-NL" sz="1600" kern="1200" dirty="0"/>
        </a:p>
      </dsp:txBody>
      <dsp:txXfrm>
        <a:off x="12980" y="3857862"/>
        <a:ext cx="10254114" cy="8009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BD2582-3D90-1741-9DFB-D7C8EF3015D2}">
      <dsp:nvSpPr>
        <dsp:cNvPr id="0" name=""/>
        <dsp:cNvSpPr/>
      </dsp:nvSpPr>
      <dsp:spPr>
        <a:xfrm>
          <a:off x="4109" y="1099670"/>
          <a:ext cx="3593691" cy="143747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678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700" kern="1200" dirty="0"/>
            <a:t>MSB (Messstellenbetreiber)</a:t>
          </a:r>
          <a:br>
            <a:rPr lang="nl-BE" sz="1700" kern="1200" dirty="0"/>
          </a:br>
          <a:r>
            <a:rPr lang="nl-BE" sz="1700" kern="1200" dirty="0"/>
            <a:t>    POST /v1/formulas</a:t>
          </a:r>
        </a:p>
      </dsp:txBody>
      <dsp:txXfrm>
        <a:off x="4109" y="1099670"/>
        <a:ext cx="3234322" cy="1437476"/>
      </dsp:txXfrm>
    </dsp:sp>
    <dsp:sp modelId="{7B2A1B47-2A52-964D-96FC-600A598F8B26}">
      <dsp:nvSpPr>
        <dsp:cNvPr id="0" name=""/>
        <dsp:cNvSpPr/>
      </dsp:nvSpPr>
      <dsp:spPr>
        <a:xfrm>
          <a:off x="2879063" y="1099670"/>
          <a:ext cx="3593691" cy="143747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700" kern="1200" dirty="0"/>
            <a:t>MaBiS Hub (4ÜNB)</a:t>
          </a:r>
          <a:br>
            <a:rPr lang="nl-BE" sz="1700" kern="1200" dirty="0"/>
          </a:br>
          <a:r>
            <a:rPr lang="nl-BE" sz="1700" kern="1200" dirty="0"/>
            <a:t>  • Validates</a:t>
          </a:r>
          <a:br>
            <a:rPr lang="nl-BE" sz="1700" kern="1200" dirty="0"/>
          </a:br>
          <a:r>
            <a:rPr lang="nl-BE" sz="1700" kern="1200" dirty="0"/>
            <a:t>  • Stores</a:t>
          </a:r>
          <a:br>
            <a:rPr lang="nl-BE" sz="1700" kern="1200" dirty="0"/>
          </a:br>
          <a:r>
            <a:rPr lang="nl-BE" sz="1700" kern="1200" dirty="0"/>
            <a:t>  • Routes</a:t>
          </a:r>
          <a:br>
            <a:rPr lang="nl-BE" sz="1700" kern="1200" dirty="0"/>
          </a:br>
          <a:r>
            <a:rPr lang="nl-BE" sz="1700" kern="1200" dirty="0"/>
            <a:t>    ↓ GET /v1/formulas</a:t>
          </a:r>
          <a:endParaRPr lang="nl-NL" sz="1700" kern="1200" dirty="0"/>
        </a:p>
      </dsp:txBody>
      <dsp:txXfrm>
        <a:off x="3597801" y="1099670"/>
        <a:ext cx="2156215" cy="1437476"/>
      </dsp:txXfrm>
    </dsp:sp>
    <dsp:sp modelId="{8A8FC465-2DE8-884A-92A2-3829DD962325}">
      <dsp:nvSpPr>
        <dsp:cNvPr id="0" name=""/>
        <dsp:cNvSpPr/>
      </dsp:nvSpPr>
      <dsp:spPr>
        <a:xfrm>
          <a:off x="5754016" y="1099670"/>
          <a:ext cx="3593691" cy="143747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700" kern="1200" dirty="0"/>
            <a:t>NB (Netzbetreiber</a:t>
          </a:r>
          <a:endParaRPr lang="nl-NL" sz="1700" kern="1200" dirty="0"/>
        </a:p>
      </dsp:txBody>
      <dsp:txXfrm>
        <a:off x="6472754" y="1099670"/>
        <a:ext cx="2156215" cy="14374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F2CCA8-372B-419A-9393-C96209890A56}" type="datetimeFigureOut">
              <a:rPr lang="en-BE" smtClean="0"/>
              <a:t>12/3/25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DE7689-B738-48A3-B6EA-23BA69BF3257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84170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62F2A1-F029-4FB6-86C6-39B2BFFE166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5546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71C46-90D8-4C64-247E-4FFD87F3F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C6C244D-67DC-8D7A-7522-4DE18813D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0BADE92-C370-3C1B-51CB-B69362AF6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15973B2-0920-65E4-3698-B874C057B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7689-B738-48A3-B6EA-23BA69BF3257}" type="slidenum">
              <a:rPr lang="en-BE" smtClean="0"/>
              <a:t>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1747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7689-B738-48A3-B6EA-23BA69BF3257}" type="slidenum">
              <a:rPr lang="en-BE" smtClean="0"/>
              <a:t>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84250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00F96-3D07-6080-02DE-C13E8426E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69A01008-43E3-E43D-F91A-789EF97247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06BDF22-E8C7-154F-952E-757209FA7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9762D93-70F7-E708-55B1-AC57F6EB71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7689-B738-48A3-B6EA-23BA69BF3257}" type="slidenum">
              <a:rPr lang="en-BE" smtClean="0"/>
              <a:t>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69138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1E49B-270E-FB68-3AC1-C7E93C7DF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8E962B8-3304-319A-DA89-6EC725183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ED8FDC00-F91E-A1D9-47A0-F377A86F9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64699B2-0991-B78F-24ED-060B3EFFCB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7689-B738-48A3-B6EA-23BA69BF3257}" type="slidenum">
              <a:rPr lang="en-BE" smtClean="0"/>
              <a:t>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463444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6AD8C-334A-A57B-43B1-032E0CFE6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8EE6267-4951-24B0-003D-3B6B460A5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0BB03503-408A-9B22-02B4-D1BDA3ACF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A4FDDD4-3FA4-0FFD-7E23-F8E5454016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7689-B738-48A3-B6EA-23BA69BF3257}" type="slidenum">
              <a:rPr lang="en-BE" smtClean="0"/>
              <a:t>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20044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2F34E-4A35-B8C9-4A7C-37B62099A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13F8369-EDCF-EE09-5D07-D481CF5063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B6FD7AB-8FE0-7625-3306-FF2891A45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6FB8F53-6AB1-E27A-BE37-7E63C17C4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7689-B738-48A3-B6EA-23BA69BF3257}" type="slidenum">
              <a:rPr lang="en-BE" smtClean="0"/>
              <a:t>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76865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F673E-9223-1939-B91F-FCDC56769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2E39B1D-9076-F25F-530B-ACA572F64C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7ECC8C2-BADB-1D91-B067-C79036823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8334F6A-390F-838E-B5EB-9D0611B1CD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7689-B738-48A3-B6EA-23BA69BF3257}" type="slidenum">
              <a:rPr lang="en-BE" smtClean="0"/>
              <a:t>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416692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6BF8C-D895-D5C6-0288-E9E8458CE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21522154-8E79-CAE4-29A6-76C3F4DA23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ED58EF93-0FA0-5EA4-E181-C11C3683E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E7C8464-3993-D761-92DE-1B4DFFC77F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7689-B738-48A3-B6EA-23BA69BF3257}" type="slidenum">
              <a:rPr lang="en-BE" smtClean="0"/>
              <a:t>12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85872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tags" Target="../tags/tag35.xml"/><Relationship Id="rId7" Type="http://schemas.openxmlformats.org/officeDocument/2006/relationships/oleObject" Target="../embeddings/oleObject2.bin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7.xml"/><Relationship Id="rId4" Type="http://schemas.openxmlformats.org/officeDocument/2006/relationships/tags" Target="../tags/tag36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10" Type="http://schemas.openxmlformats.org/officeDocument/2006/relationships/image" Target="../media/image3.emf"/><Relationship Id="rId4" Type="http://schemas.openxmlformats.org/officeDocument/2006/relationships/tags" Target="../tags/tag41.xml"/><Relationship Id="rId9" Type="http://schemas.openxmlformats.org/officeDocument/2006/relationships/oleObject" Target="../embeddings/oleObject3.bin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47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9" Type="http://schemas.openxmlformats.org/officeDocument/2006/relationships/image" Target="../media/image4.emf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tags" Target="../tags/tag53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9" Type="http://schemas.openxmlformats.org/officeDocument/2006/relationships/image" Target="../media/image4.emf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59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9" Type="http://schemas.openxmlformats.org/officeDocument/2006/relationships/image" Target="../media/image4.emf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10" Type="http://schemas.openxmlformats.org/officeDocument/2006/relationships/image" Target="../media/image4.emf"/><Relationship Id="rId4" Type="http://schemas.openxmlformats.org/officeDocument/2006/relationships/tags" Target="../tags/tag66.xml"/><Relationship Id="rId9" Type="http://schemas.openxmlformats.org/officeDocument/2006/relationships/oleObject" Target="../embeddings/oleObject7.bin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72.xml"/><Relationship Id="rId7" Type="http://schemas.openxmlformats.org/officeDocument/2006/relationships/image" Target="../media/image5.pn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8.png"/><Relationship Id="rId4" Type="http://schemas.openxmlformats.org/officeDocument/2006/relationships/slideMaster" Target="../slideMasters/slideMaster2.xml"/><Relationship Id="rId9" Type="http://schemas.openxmlformats.org/officeDocument/2006/relationships/image" Target="../media/image7.png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9A784-8349-0121-5CAA-D3E94315F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66739A-12E3-7669-227B-ED6677D75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EECDD-4A48-C6B9-38B6-42DE7FE5A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835A-5DDA-494D-B06F-98E512AF086D}" type="datetimeFigureOut">
              <a:rPr lang="en-BE" smtClean="0"/>
              <a:t>12/3/25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8B96D-3AD7-D8D5-47C4-E1E488381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28DAC-CDEB-05BF-B338-CF5DF9E7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844E4-EA22-40B0-B94F-9E5C84D063FC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98291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2E69A-2ACF-6EE2-AE5D-95C655FA5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AF2A3-8B61-15C1-6EC5-E402F07FD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A4E6D-8607-AA8D-1A7A-B3EFE9472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835A-5DDA-494D-B06F-98E512AF086D}" type="datetimeFigureOut">
              <a:rPr lang="en-BE" smtClean="0"/>
              <a:t>12/3/25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048B3-F191-612B-DE5E-B5CE00859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1AE01-17BD-6E22-3C8D-3F730DD07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844E4-EA22-40B0-B94F-9E5C84D063FC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04213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D0208-6997-4D31-1356-AEF582609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96FAE-1885-F04F-E5F2-7B23C0FBF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E4BCD-60A0-3343-678E-CDFC16D31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835A-5DDA-494D-B06F-98E512AF086D}" type="datetimeFigureOut">
              <a:rPr lang="en-BE" smtClean="0"/>
              <a:t>12/3/25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491BD-1EE0-0E11-1C6B-7025A56A6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15909-6A4B-9768-1F5C-F6C6EC819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844E4-EA22-40B0-B94F-9E5C84D063FC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28327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7AB84-14EF-217E-FBDD-BFCF5C3FB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56732-8144-ECD9-53F6-F55BF4759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67F9DC-26EE-58F8-C771-457C25ECB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1219DA-5FA2-4DA4-CB99-1F90CD9FE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835A-5DDA-494D-B06F-98E512AF086D}" type="datetimeFigureOut">
              <a:rPr lang="en-BE" smtClean="0"/>
              <a:t>12/3/25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047E1-672D-19E0-D9A1-72847066F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96026-BD5D-EB2F-A516-360A43524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844E4-EA22-40B0-B94F-9E5C84D063FC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408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C6FAA-ACC8-D160-5138-1BF8991B4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DB13C-4B54-7C28-84D2-FFF68D58D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4B533-468C-7EBC-165E-99D0B6D86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65A06E-F6D9-23EA-C945-DF00467F7C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CE680C-6A90-CCC6-D75E-A989357228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CBE2E3-4321-2DA9-3022-EB07FE2E4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835A-5DDA-494D-B06F-98E512AF086D}" type="datetimeFigureOut">
              <a:rPr lang="en-BE" smtClean="0"/>
              <a:t>12/3/25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60B62E-0C48-6D5E-7B8A-0ACE98E5A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01F2DE-AF7E-0042-728B-1F930361F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844E4-EA22-40B0-B94F-9E5C84D063FC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81559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A691C-B531-5A84-59C8-E573431D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A52727-5236-83D3-F11D-686101332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835A-5DDA-494D-B06F-98E512AF086D}" type="datetimeFigureOut">
              <a:rPr lang="en-BE" smtClean="0"/>
              <a:t>12/3/25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22F741-AEBF-32B5-FE58-4EE5B2823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14D03-92DE-D90B-AD96-8C65DF225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844E4-EA22-40B0-B94F-9E5C84D063FC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6842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FE740A-D8DA-650B-B25E-BB5124052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835A-5DDA-494D-B06F-98E512AF086D}" type="datetimeFigureOut">
              <a:rPr lang="en-BE" smtClean="0"/>
              <a:t>12/3/25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6B963D-11B7-2544-DEED-25CFB5F85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2454E-9F0A-F433-D8D3-4CD6BBA15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844E4-EA22-40B0-B94F-9E5C84D063FC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28896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18A3E-BD56-9C83-FF1E-50D108FC9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1A282-9E31-8FF4-C37E-61656828E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2E1D92-D8BE-06F3-6AEB-C683703F6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1AD54-D419-5447-6615-30B786A15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835A-5DDA-494D-B06F-98E512AF086D}" type="datetimeFigureOut">
              <a:rPr lang="en-BE" smtClean="0"/>
              <a:t>12/3/25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18A087-EBD7-E2DD-99AF-846E6D711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021C0-7EC2-402F-D504-A05606168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844E4-EA22-40B0-B94F-9E5C84D063FC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65236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F86EF-C862-E249-E042-3E89D3C8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C251AF-3897-BEA2-E4A4-FE652BD1DF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D3FB6B-8D79-1C35-F683-F6974EF17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2C609-BFE8-9407-D82C-428E0126C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835A-5DDA-494D-B06F-98E512AF086D}" type="datetimeFigureOut">
              <a:rPr lang="en-BE" smtClean="0"/>
              <a:t>12/3/25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260C2-1548-31CC-37E2-6C8AE376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63250-3908-05D9-2CEC-34EEE81C1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844E4-EA22-40B0-B94F-9E5C84D063FC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34143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7CF8F-DA0C-1F3C-D66F-98513FD33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C206F3-0CE0-94FA-0C44-6875ADFC3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76C84-953C-A9EC-DA2C-841705C16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835A-5DDA-494D-B06F-98E512AF086D}" type="datetimeFigureOut">
              <a:rPr lang="en-BE" smtClean="0"/>
              <a:t>12/3/25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FB288-72D7-C1AF-A426-6177D82F2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A69D5-3CEB-607F-6573-8D2780925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844E4-EA22-40B0-B94F-9E5C84D063FC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5642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D179E6-B018-BC95-1BFA-1234272EDC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939CBF-AC0E-AC78-0FF2-4C403D3AB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9F85C-8A52-24E4-FFA6-F83B5754A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835A-5DDA-494D-B06F-98E512AF086D}" type="datetimeFigureOut">
              <a:rPr lang="en-BE" smtClean="0"/>
              <a:t>12/3/25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93D91-F289-90EF-8576-40B169686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B6BBB-0A5E-39CE-4285-FAE55EEB1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844E4-EA22-40B0-B94F-9E5C84D063FC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498781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E1C07E1-F7C9-4E38-A1E0-3735A4CC827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DD671B8-4E3A-44BF-A02F-69473F3FE1F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07200" y="3769200"/>
            <a:ext cx="5134576" cy="914400"/>
          </a:xfrm>
        </p:spPr>
        <p:txBody>
          <a:bodyPr vert="horz" wrap="square" lIns="0" tIns="0" rIns="0" bIns="0" rtlCol="0" anchor="b" anchorCtr="0">
            <a:noAutofit/>
          </a:bodyPr>
          <a:lstStyle>
            <a:lvl1pPr algn="l" fontAlgn="auto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lang="de-DE" sz="3000" b="1" i="0" u="none" kern="0" cap="none" spc="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</a:defRPr>
            </a:lvl1pPr>
          </a:lstStyle>
          <a:p>
            <a:pPr marL="0" lvl="0">
              <a:lnSpc>
                <a:spcPts val="3300"/>
              </a:lnSpc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57EA6-A40C-413A-AAF4-5B22D8823C82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896400" y="4744800"/>
            <a:ext cx="5123400" cy="304800"/>
          </a:xfrm>
        </p:spPr>
        <p:txBody>
          <a:bodyPr vert="horz" wrap="square" lIns="0" tIns="0" rIns="0" bIns="0" rtlCol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lang="de-DE" sz="170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marL="0" lvl="0"/>
            <a:r>
              <a:rPr lang="en-GB"/>
              <a:t>Subhead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44E7304-8EE2-4064-A334-7E202E5AF09A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07200" y="5281200"/>
            <a:ext cx="1828800" cy="215400"/>
          </a:xfrm>
        </p:spPr>
        <p:txBody>
          <a:bodyPr vert="horz" wrap="square" lIns="0" tIns="0" rIns="0" bIns="0" rtlCol="0" anchor="t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lang="en-US" sz="1100" smtClean="0">
                <a:solidFill>
                  <a:srgbClr val="FFFFFF"/>
                </a:solidFill>
                <a:latin typeface="+mn-lt"/>
                <a:cs typeface="Arial"/>
              </a:defRPr>
            </a:lvl1pPr>
            <a:lvl2pPr>
              <a:defRPr lang="en-US" sz="1700" dirty="0" smtClean="0">
                <a:solidFill>
                  <a:schemeClr val="bg1"/>
                </a:solidFill>
                <a:latin typeface="+mn-lt"/>
              </a:defRPr>
            </a:lvl2pPr>
            <a:lvl3pPr>
              <a:defRPr lang="en-US" sz="1700" dirty="0" smtClean="0">
                <a:solidFill>
                  <a:schemeClr val="bg1"/>
                </a:solidFill>
                <a:latin typeface="+mn-lt"/>
              </a:defRPr>
            </a:lvl3pPr>
            <a:lvl4pPr>
              <a:defRPr lang="en-US" sz="1700" dirty="0" smtClean="0">
                <a:solidFill>
                  <a:schemeClr val="bg1"/>
                </a:solidFill>
                <a:latin typeface="+mn-lt"/>
              </a:defRPr>
            </a:lvl4pPr>
            <a:lvl5pPr>
              <a:defRPr lang="de-DE" sz="1700" dirty="0">
                <a:solidFill>
                  <a:schemeClr val="bg1"/>
                </a:solidFill>
                <a:latin typeface="+mn-lt"/>
              </a:defRPr>
            </a:lvl5pPr>
          </a:lstStyle>
          <a:p>
            <a:pPr marL="0" lvl="0"/>
            <a:r>
              <a:rPr lang="en-GB"/>
              <a:t>Date | First name Surname</a:t>
            </a:r>
          </a:p>
        </p:txBody>
      </p:sp>
    </p:spTree>
    <p:extLst>
      <p:ext uri="{BB962C8B-B14F-4D97-AF65-F5344CB8AC3E}">
        <p14:creationId xmlns:p14="http://schemas.microsoft.com/office/powerpoint/2010/main" val="2560779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869D6-A41A-4EFC-A4F7-BE408842F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7" name="Content Placeholder 46">
            <a:extLst>
              <a:ext uri="{FF2B5EF4-FFF2-40B4-BE49-F238E27FC236}">
                <a16:creationId xmlns:a16="http://schemas.microsoft.com/office/drawing/2014/main" id="{5EA1FFF2-D456-4A03-BFA4-5545B9235D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1952600"/>
            <a:ext cx="9792000" cy="36360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B1257-443C-4301-89D9-FA707E60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wrap="none" lIns="0" tIns="45720" rIns="0" bIns="0" rtlCol="0" anchor="ctr"/>
          <a:lstStyle>
            <a:lvl1pPr>
              <a:defRPr lang="de-DE"/>
            </a:lvl1pPr>
          </a:lstStyle>
          <a:p>
            <a:pPr algn="r" defTabSz="45720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32F9A-BE95-4779-BFBB-FC1D8A2FD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F4F6-8314-4173-B77E-ACDB3515A2E2}" type="slidenum">
              <a:rPr lang="en-GB" smtClean="0"/>
              <a:t>‹nr.›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71C4D7F-CC8E-4D58-B78B-34A2FDD1C281}"/>
              </a:ext>
            </a:extLst>
          </p:cNvPr>
          <p:cNvGrpSpPr/>
          <p:nvPr userDrawn="1"/>
        </p:nvGrpSpPr>
        <p:grpSpPr>
          <a:xfrm>
            <a:off x="0" y="5964940"/>
            <a:ext cx="9078301" cy="535703"/>
            <a:chOff x="0" y="5964940"/>
            <a:chExt cx="9078301" cy="53570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7559A6B-E466-4D7C-AF03-0866DA537B62}"/>
                </a:ext>
              </a:extLst>
            </p:cNvPr>
            <p:cNvGrpSpPr/>
            <p:nvPr userDrawn="1"/>
          </p:nvGrpSpPr>
          <p:grpSpPr>
            <a:xfrm>
              <a:off x="8906480" y="5964940"/>
              <a:ext cx="171821" cy="171821"/>
              <a:chOff x="10960096" y="4204963"/>
              <a:chExt cx="405867" cy="405866"/>
            </a:xfrm>
          </p:grpSpPr>
          <p:sp>
            <p:nvSpPr>
              <p:cNvPr id="33" name="object 26">
                <a:extLst>
                  <a:ext uri="{FF2B5EF4-FFF2-40B4-BE49-F238E27FC236}">
                    <a16:creationId xmlns:a16="http://schemas.microsoft.com/office/drawing/2014/main" id="{2A04438E-A60E-49D9-8066-245FB3FB591D}"/>
                  </a:ext>
                </a:extLst>
              </p:cNvPr>
              <p:cNvSpPr/>
              <p:nvPr userDrawn="1"/>
            </p:nvSpPr>
            <p:spPr>
              <a:xfrm>
                <a:off x="11162878" y="4204963"/>
                <a:ext cx="0" cy="64807"/>
              </a:xfrm>
              <a:custGeom>
                <a:avLst/>
                <a:gdLst/>
                <a:ahLst/>
                <a:cxnLst/>
                <a:rect l="l" t="t" r="r" b="b"/>
                <a:pathLst>
                  <a:path h="78739">
                    <a:moveTo>
                      <a:pt x="0" y="78371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34" name="object 27">
                <a:extLst>
                  <a:ext uri="{FF2B5EF4-FFF2-40B4-BE49-F238E27FC236}">
                    <a16:creationId xmlns:a16="http://schemas.microsoft.com/office/drawing/2014/main" id="{7340134B-296E-48FA-ADF4-723E43FB25E7}"/>
                  </a:ext>
                </a:extLst>
              </p:cNvPr>
              <p:cNvSpPr/>
              <p:nvPr userDrawn="1"/>
            </p:nvSpPr>
            <p:spPr>
              <a:xfrm>
                <a:off x="10960096" y="4407744"/>
                <a:ext cx="64807" cy="0"/>
              </a:xfrm>
              <a:custGeom>
                <a:avLst/>
                <a:gdLst/>
                <a:ahLst/>
                <a:cxnLst/>
                <a:rect l="l" t="t" r="r" b="b"/>
                <a:pathLst>
                  <a:path w="78740">
                    <a:moveTo>
                      <a:pt x="78371" y="0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35" name="object 28">
                <a:extLst>
                  <a:ext uri="{FF2B5EF4-FFF2-40B4-BE49-F238E27FC236}">
                    <a16:creationId xmlns:a16="http://schemas.microsoft.com/office/drawing/2014/main" id="{1A5FCA38-7EB2-4A3B-A648-A9F69CC52DCA}"/>
                  </a:ext>
                </a:extLst>
              </p:cNvPr>
              <p:cNvSpPr/>
              <p:nvPr userDrawn="1"/>
            </p:nvSpPr>
            <p:spPr>
              <a:xfrm>
                <a:off x="11162878" y="4546022"/>
                <a:ext cx="0" cy="64807"/>
              </a:xfrm>
              <a:custGeom>
                <a:avLst/>
                <a:gdLst/>
                <a:ahLst/>
                <a:cxnLst/>
                <a:rect l="l" t="t" r="r" b="b"/>
                <a:pathLst>
                  <a:path h="78739">
                    <a:moveTo>
                      <a:pt x="0" y="0"/>
                    </a:moveTo>
                    <a:lnTo>
                      <a:pt x="0" y="78371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36" name="object 29">
                <a:extLst>
                  <a:ext uri="{FF2B5EF4-FFF2-40B4-BE49-F238E27FC236}">
                    <a16:creationId xmlns:a16="http://schemas.microsoft.com/office/drawing/2014/main" id="{993CAAB9-2C6F-4996-8577-F36ABD293D14}"/>
                  </a:ext>
                </a:extLst>
              </p:cNvPr>
              <p:cNvSpPr/>
              <p:nvPr userDrawn="1"/>
            </p:nvSpPr>
            <p:spPr>
              <a:xfrm>
                <a:off x="11301156" y="4407744"/>
                <a:ext cx="64807" cy="0"/>
              </a:xfrm>
              <a:custGeom>
                <a:avLst/>
                <a:gdLst/>
                <a:ahLst/>
                <a:cxnLst/>
                <a:rect l="l" t="t" r="r" b="b"/>
                <a:pathLst>
                  <a:path w="78740">
                    <a:moveTo>
                      <a:pt x="0" y="0"/>
                    </a:moveTo>
                    <a:lnTo>
                      <a:pt x="78371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37" name="object 30">
                <a:extLst>
                  <a:ext uri="{FF2B5EF4-FFF2-40B4-BE49-F238E27FC236}">
                    <a16:creationId xmlns:a16="http://schemas.microsoft.com/office/drawing/2014/main" id="{85F8C509-742B-46B5-975E-954E0F165813}"/>
                  </a:ext>
                </a:extLst>
              </p:cNvPr>
              <p:cNvSpPr/>
              <p:nvPr userDrawn="1"/>
            </p:nvSpPr>
            <p:spPr>
              <a:xfrm>
                <a:off x="10998198" y="4312662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54584" y="31521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38" name="object 31">
                <a:extLst>
                  <a:ext uri="{FF2B5EF4-FFF2-40B4-BE49-F238E27FC236}">
                    <a16:creationId xmlns:a16="http://schemas.microsoft.com/office/drawing/2014/main" id="{33502E9C-3DAB-4187-B911-0F733496E7EE}"/>
                  </a:ext>
                </a:extLst>
              </p:cNvPr>
              <p:cNvSpPr/>
              <p:nvPr userDrawn="1"/>
            </p:nvSpPr>
            <p:spPr>
              <a:xfrm>
                <a:off x="11282630" y="4476883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0" y="0"/>
                    </a:moveTo>
                    <a:lnTo>
                      <a:pt x="54584" y="31508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39" name="object 32">
                <a:extLst>
                  <a:ext uri="{FF2B5EF4-FFF2-40B4-BE49-F238E27FC236}">
                    <a16:creationId xmlns:a16="http://schemas.microsoft.com/office/drawing/2014/main" id="{6ED23D2D-FD8A-46ED-B808-20D27C154F62}"/>
                  </a:ext>
                </a:extLst>
              </p:cNvPr>
              <p:cNvSpPr/>
              <p:nvPr userDrawn="1"/>
            </p:nvSpPr>
            <p:spPr>
              <a:xfrm>
                <a:off x="11067805" y="4243066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31508" y="54584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40" name="object 33">
                <a:extLst>
                  <a:ext uri="{FF2B5EF4-FFF2-40B4-BE49-F238E27FC236}">
                    <a16:creationId xmlns:a16="http://schemas.microsoft.com/office/drawing/2014/main" id="{30B2CECC-67FA-4823-BD56-2E7D55686519}"/>
                  </a:ext>
                </a:extLst>
              </p:cNvPr>
              <p:cNvSpPr/>
              <p:nvPr userDrawn="1"/>
            </p:nvSpPr>
            <p:spPr>
              <a:xfrm>
                <a:off x="11232017" y="4527495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0" y="0"/>
                    </a:moveTo>
                    <a:lnTo>
                      <a:pt x="31521" y="5458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41" name="object 34">
                <a:extLst>
                  <a:ext uri="{FF2B5EF4-FFF2-40B4-BE49-F238E27FC236}">
                    <a16:creationId xmlns:a16="http://schemas.microsoft.com/office/drawing/2014/main" id="{118293B0-F893-4505-90D1-6DFF8DAD0955}"/>
                  </a:ext>
                </a:extLst>
              </p:cNvPr>
              <p:cNvSpPr/>
              <p:nvPr userDrawn="1"/>
            </p:nvSpPr>
            <p:spPr>
              <a:xfrm>
                <a:off x="11282630" y="4312662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0" y="31521"/>
                    </a:moveTo>
                    <a:lnTo>
                      <a:pt x="54584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42" name="object 35">
                <a:extLst>
                  <a:ext uri="{FF2B5EF4-FFF2-40B4-BE49-F238E27FC236}">
                    <a16:creationId xmlns:a16="http://schemas.microsoft.com/office/drawing/2014/main" id="{FE8E4647-D090-456D-962F-2D10C482FFE0}"/>
                  </a:ext>
                </a:extLst>
              </p:cNvPr>
              <p:cNvSpPr/>
              <p:nvPr userDrawn="1"/>
            </p:nvSpPr>
            <p:spPr>
              <a:xfrm>
                <a:off x="10998198" y="4476883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54584" y="0"/>
                    </a:moveTo>
                    <a:lnTo>
                      <a:pt x="0" y="31508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43" name="object 36">
                <a:extLst>
                  <a:ext uri="{FF2B5EF4-FFF2-40B4-BE49-F238E27FC236}">
                    <a16:creationId xmlns:a16="http://schemas.microsoft.com/office/drawing/2014/main" id="{0FE9228B-B7E2-458F-B643-7CA8328E0C5B}"/>
                  </a:ext>
                </a:extLst>
              </p:cNvPr>
              <p:cNvSpPr/>
              <p:nvPr userDrawn="1"/>
            </p:nvSpPr>
            <p:spPr>
              <a:xfrm>
                <a:off x="11232017" y="4243066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0" y="54584"/>
                    </a:moveTo>
                    <a:lnTo>
                      <a:pt x="31521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44" name="object 37">
                <a:extLst>
                  <a:ext uri="{FF2B5EF4-FFF2-40B4-BE49-F238E27FC236}">
                    <a16:creationId xmlns:a16="http://schemas.microsoft.com/office/drawing/2014/main" id="{4F03C7CD-23A4-41D1-AD92-0AA052B346FE}"/>
                  </a:ext>
                </a:extLst>
              </p:cNvPr>
              <p:cNvSpPr/>
              <p:nvPr userDrawn="1"/>
            </p:nvSpPr>
            <p:spPr>
              <a:xfrm>
                <a:off x="11067794" y="4527495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31521" y="0"/>
                    </a:moveTo>
                    <a:lnTo>
                      <a:pt x="0" y="5458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45" name="object 38">
                <a:extLst>
                  <a:ext uri="{FF2B5EF4-FFF2-40B4-BE49-F238E27FC236}">
                    <a16:creationId xmlns:a16="http://schemas.microsoft.com/office/drawing/2014/main" id="{353F767D-D90B-4841-BCBD-4772BAB462D0}"/>
                  </a:ext>
                </a:extLst>
              </p:cNvPr>
              <p:cNvSpPr/>
              <p:nvPr userDrawn="1"/>
            </p:nvSpPr>
            <p:spPr>
              <a:xfrm>
                <a:off x="11062674" y="4307544"/>
                <a:ext cx="200693" cy="200693"/>
              </a:xfrm>
              <a:custGeom>
                <a:avLst/>
                <a:gdLst/>
                <a:ahLst/>
                <a:cxnLst/>
                <a:rect l="l" t="t" r="r" b="b"/>
                <a:pathLst>
                  <a:path w="243840" h="243839">
                    <a:moveTo>
                      <a:pt x="0" y="121742"/>
                    </a:moveTo>
                    <a:lnTo>
                      <a:pt x="9567" y="169130"/>
                    </a:lnTo>
                    <a:lnTo>
                      <a:pt x="35658" y="207832"/>
                    </a:lnTo>
                    <a:lnTo>
                      <a:pt x="74355" y="233927"/>
                    </a:lnTo>
                    <a:lnTo>
                      <a:pt x="121742" y="243497"/>
                    </a:lnTo>
                    <a:lnTo>
                      <a:pt x="169136" y="233927"/>
                    </a:lnTo>
                    <a:lnTo>
                      <a:pt x="207837" y="207832"/>
                    </a:lnTo>
                    <a:lnTo>
                      <a:pt x="233929" y="169130"/>
                    </a:lnTo>
                    <a:lnTo>
                      <a:pt x="243497" y="121742"/>
                    </a:lnTo>
                    <a:lnTo>
                      <a:pt x="233929" y="74355"/>
                    </a:lnTo>
                    <a:lnTo>
                      <a:pt x="207837" y="35658"/>
                    </a:lnTo>
                    <a:lnTo>
                      <a:pt x="169136" y="9567"/>
                    </a:lnTo>
                    <a:lnTo>
                      <a:pt x="121742" y="0"/>
                    </a:lnTo>
                    <a:lnTo>
                      <a:pt x="74355" y="9567"/>
                    </a:lnTo>
                    <a:lnTo>
                      <a:pt x="35658" y="35658"/>
                    </a:lnTo>
                    <a:lnTo>
                      <a:pt x="9567" y="74355"/>
                    </a:lnTo>
                    <a:lnTo>
                      <a:pt x="0" y="121742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</p:grpSp>
        <p:grpSp>
          <p:nvGrpSpPr>
            <p:cNvPr id="9" name="Gruppierung 14">
              <a:extLst>
                <a:ext uri="{FF2B5EF4-FFF2-40B4-BE49-F238E27FC236}">
                  <a16:creationId xmlns:a16="http://schemas.microsoft.com/office/drawing/2014/main" id="{FB4AFC47-8570-49E4-B86C-52DCDD807D1B}"/>
                </a:ext>
              </a:extLst>
            </p:cNvPr>
            <p:cNvGrpSpPr/>
            <p:nvPr userDrawn="1"/>
          </p:nvGrpSpPr>
          <p:grpSpPr>
            <a:xfrm>
              <a:off x="0" y="6040373"/>
              <a:ext cx="9026886" cy="460270"/>
              <a:chOff x="0" y="6040373"/>
              <a:chExt cx="9026886" cy="460270"/>
            </a:xfrm>
          </p:grpSpPr>
          <p:sp>
            <p:nvSpPr>
              <p:cNvPr id="17" name="object 5">
                <a:extLst>
                  <a:ext uri="{FF2B5EF4-FFF2-40B4-BE49-F238E27FC236}">
                    <a16:creationId xmlns:a16="http://schemas.microsoft.com/office/drawing/2014/main" id="{03FFD7C4-2073-4AFA-BA1F-7F8B99CB45F7}"/>
                  </a:ext>
                </a:extLst>
              </p:cNvPr>
              <p:cNvSpPr/>
              <p:nvPr/>
            </p:nvSpPr>
            <p:spPr>
              <a:xfrm>
                <a:off x="8337530" y="6363619"/>
                <a:ext cx="17716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77165">
                    <a:moveTo>
                      <a:pt x="0" y="0"/>
                    </a:moveTo>
                    <a:lnTo>
                      <a:pt x="176809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18" name="object 7">
                <a:extLst>
                  <a:ext uri="{FF2B5EF4-FFF2-40B4-BE49-F238E27FC236}">
                    <a16:creationId xmlns:a16="http://schemas.microsoft.com/office/drawing/2014/main" id="{F18E6D59-A03F-4808-AD92-301E300922C5}"/>
                  </a:ext>
                </a:extLst>
              </p:cNvPr>
              <p:cNvSpPr/>
              <p:nvPr/>
            </p:nvSpPr>
            <p:spPr>
              <a:xfrm>
                <a:off x="0" y="6363619"/>
                <a:ext cx="82473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8247380">
                    <a:moveTo>
                      <a:pt x="0" y="0"/>
                    </a:moveTo>
                    <a:lnTo>
                      <a:pt x="8247143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19" name="object 8">
                <a:extLst>
                  <a:ext uri="{FF2B5EF4-FFF2-40B4-BE49-F238E27FC236}">
                    <a16:creationId xmlns:a16="http://schemas.microsoft.com/office/drawing/2014/main" id="{68DA3E8B-E980-4F5D-AE3C-6470241388E4}"/>
                  </a:ext>
                </a:extLst>
              </p:cNvPr>
              <p:cNvSpPr/>
              <p:nvPr/>
            </p:nvSpPr>
            <p:spPr>
              <a:xfrm>
                <a:off x="8730631" y="6227932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20" name="object 9">
                <a:extLst>
                  <a:ext uri="{FF2B5EF4-FFF2-40B4-BE49-F238E27FC236}">
                    <a16:creationId xmlns:a16="http://schemas.microsoft.com/office/drawing/2014/main" id="{19BF2C10-5EDB-486C-BBB9-8EBE09DC1FA9}"/>
                  </a:ext>
                </a:extLst>
              </p:cNvPr>
              <p:cNvSpPr/>
              <p:nvPr/>
            </p:nvSpPr>
            <p:spPr>
              <a:xfrm>
                <a:off x="8483920" y="6227932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21" name="object 10">
                <a:extLst>
                  <a:ext uri="{FF2B5EF4-FFF2-40B4-BE49-F238E27FC236}">
                    <a16:creationId xmlns:a16="http://schemas.microsoft.com/office/drawing/2014/main" id="{B35F129A-A3E3-4F40-A884-4628235745A9}"/>
                  </a:ext>
                </a:extLst>
              </p:cNvPr>
              <p:cNvSpPr/>
              <p:nvPr/>
            </p:nvSpPr>
            <p:spPr>
              <a:xfrm>
                <a:off x="8730631" y="6121389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22" name="object 11">
                <a:extLst>
                  <a:ext uri="{FF2B5EF4-FFF2-40B4-BE49-F238E27FC236}">
                    <a16:creationId xmlns:a16="http://schemas.microsoft.com/office/drawing/2014/main" id="{692479A0-6E8F-4FDF-A82F-C7247CCEF222}"/>
                  </a:ext>
                </a:extLst>
              </p:cNvPr>
              <p:cNvSpPr/>
              <p:nvPr/>
            </p:nvSpPr>
            <p:spPr>
              <a:xfrm>
                <a:off x="8483920" y="6121389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23" name="object 12">
                <a:extLst>
                  <a:ext uri="{FF2B5EF4-FFF2-40B4-BE49-F238E27FC236}">
                    <a16:creationId xmlns:a16="http://schemas.microsoft.com/office/drawing/2014/main" id="{AFEA4E8C-A73B-4B98-89A1-EAF4294C1846}"/>
                  </a:ext>
                </a:extLst>
              </p:cNvPr>
              <p:cNvSpPr/>
              <p:nvPr/>
            </p:nvSpPr>
            <p:spPr>
              <a:xfrm>
                <a:off x="8566326" y="6060876"/>
                <a:ext cx="81915" cy="252729"/>
              </a:xfrm>
              <a:custGeom>
                <a:avLst/>
                <a:gdLst/>
                <a:ahLst/>
                <a:cxnLst/>
                <a:rect l="l" t="t" r="r" b="b"/>
                <a:pathLst>
                  <a:path w="81915" h="252729">
                    <a:moveTo>
                      <a:pt x="0" y="210934"/>
                    </a:moveTo>
                    <a:lnTo>
                      <a:pt x="40944" y="252349"/>
                    </a:lnTo>
                    <a:lnTo>
                      <a:pt x="81902" y="210934"/>
                    </a:lnTo>
                    <a:lnTo>
                      <a:pt x="81902" y="0"/>
                    </a:lnTo>
                    <a:lnTo>
                      <a:pt x="0" y="0"/>
                    </a:lnTo>
                    <a:lnTo>
                      <a:pt x="0" y="210934"/>
                    </a:lnTo>
                    <a:close/>
                  </a:path>
                </a:pathLst>
              </a:custGeom>
              <a:ln w="12699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24" name="object 13">
                <a:extLst>
                  <a:ext uri="{FF2B5EF4-FFF2-40B4-BE49-F238E27FC236}">
                    <a16:creationId xmlns:a16="http://schemas.microsoft.com/office/drawing/2014/main" id="{78A5A3FB-8087-487D-9398-35C5FF40E32B}"/>
                  </a:ext>
                </a:extLst>
              </p:cNvPr>
              <p:cNvSpPr/>
              <p:nvPr/>
            </p:nvSpPr>
            <p:spPr>
              <a:xfrm>
                <a:off x="8483920" y="6167417"/>
                <a:ext cx="247015" cy="60960"/>
              </a:xfrm>
              <a:custGeom>
                <a:avLst/>
                <a:gdLst/>
                <a:ahLst/>
                <a:cxnLst/>
                <a:rect l="l" t="t" r="r" b="b"/>
                <a:pathLst>
                  <a:path w="247015" h="60960">
                    <a:moveTo>
                      <a:pt x="0" y="60515"/>
                    </a:moveTo>
                    <a:lnTo>
                      <a:pt x="246710" y="60515"/>
                    </a:lnTo>
                    <a:lnTo>
                      <a:pt x="164299" y="0"/>
                    </a:lnTo>
                    <a:lnTo>
                      <a:pt x="82410" y="0"/>
                    </a:lnTo>
                    <a:lnTo>
                      <a:pt x="0" y="60515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25" name="object 14">
                <a:extLst>
                  <a:ext uri="{FF2B5EF4-FFF2-40B4-BE49-F238E27FC236}">
                    <a16:creationId xmlns:a16="http://schemas.microsoft.com/office/drawing/2014/main" id="{0D519A87-7F83-4312-BBB4-081B12359505}"/>
                  </a:ext>
                </a:extLst>
              </p:cNvPr>
              <p:cNvSpPr/>
              <p:nvPr/>
            </p:nvSpPr>
            <p:spPr>
              <a:xfrm>
                <a:off x="8483920" y="6060874"/>
                <a:ext cx="247015" cy="60960"/>
              </a:xfrm>
              <a:custGeom>
                <a:avLst/>
                <a:gdLst/>
                <a:ahLst/>
                <a:cxnLst/>
                <a:rect l="l" t="t" r="r" b="b"/>
                <a:pathLst>
                  <a:path w="247015" h="60960">
                    <a:moveTo>
                      <a:pt x="0" y="60515"/>
                    </a:moveTo>
                    <a:lnTo>
                      <a:pt x="246710" y="60515"/>
                    </a:lnTo>
                    <a:lnTo>
                      <a:pt x="164299" y="0"/>
                    </a:lnTo>
                    <a:lnTo>
                      <a:pt x="82410" y="0"/>
                    </a:lnTo>
                    <a:lnTo>
                      <a:pt x="0" y="60515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26" name="object 15">
                <a:extLst>
                  <a:ext uri="{FF2B5EF4-FFF2-40B4-BE49-F238E27FC236}">
                    <a16:creationId xmlns:a16="http://schemas.microsoft.com/office/drawing/2014/main" id="{62CFFCB4-828A-4272-8AE6-77DE4A2FB789}"/>
                  </a:ext>
                </a:extLst>
              </p:cNvPr>
              <p:cNvSpPr/>
              <p:nvPr/>
            </p:nvSpPr>
            <p:spPr>
              <a:xfrm>
                <a:off x="8607279" y="6271811"/>
                <a:ext cx="91440" cy="92710"/>
              </a:xfrm>
              <a:custGeom>
                <a:avLst/>
                <a:gdLst/>
                <a:ahLst/>
                <a:cxnLst/>
                <a:rect l="l" t="t" r="r" b="b"/>
                <a:pathLst>
                  <a:path w="91440" h="92710">
                    <a:moveTo>
                      <a:pt x="40944" y="0"/>
                    </a:moveTo>
                    <a:lnTo>
                      <a:pt x="90995" y="92151"/>
                    </a:lnTo>
                    <a:lnTo>
                      <a:pt x="0" y="4141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27" name="object 16">
                <a:extLst>
                  <a:ext uri="{FF2B5EF4-FFF2-40B4-BE49-F238E27FC236}">
                    <a16:creationId xmlns:a16="http://schemas.microsoft.com/office/drawing/2014/main" id="{11EC5170-574E-4406-A833-60FDEC62B199}"/>
                  </a:ext>
                </a:extLst>
              </p:cNvPr>
              <p:cNvSpPr/>
              <p:nvPr/>
            </p:nvSpPr>
            <p:spPr>
              <a:xfrm>
                <a:off x="8516275" y="6271811"/>
                <a:ext cx="91440" cy="92710"/>
              </a:xfrm>
              <a:custGeom>
                <a:avLst/>
                <a:gdLst/>
                <a:ahLst/>
                <a:cxnLst/>
                <a:rect l="l" t="t" r="r" b="b"/>
                <a:pathLst>
                  <a:path w="91440" h="92710">
                    <a:moveTo>
                      <a:pt x="50050" y="0"/>
                    </a:moveTo>
                    <a:lnTo>
                      <a:pt x="0" y="92151"/>
                    </a:lnTo>
                    <a:lnTo>
                      <a:pt x="90995" y="4141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28" name="object 17">
                <a:extLst>
                  <a:ext uri="{FF2B5EF4-FFF2-40B4-BE49-F238E27FC236}">
                    <a16:creationId xmlns:a16="http://schemas.microsoft.com/office/drawing/2014/main" id="{2BDD3AC4-49B0-4CC0-B845-19D43DDC8249}"/>
                  </a:ext>
                </a:extLst>
              </p:cNvPr>
              <p:cNvSpPr/>
              <p:nvPr/>
            </p:nvSpPr>
            <p:spPr>
              <a:xfrm>
                <a:off x="8164555" y="6184883"/>
                <a:ext cx="254000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30479">
                    <a:moveTo>
                      <a:pt x="104901" y="0"/>
                    </a:moveTo>
                    <a:lnTo>
                      <a:pt x="149136" y="0"/>
                    </a:lnTo>
                    <a:lnTo>
                      <a:pt x="253847" y="30187"/>
                    </a:lnTo>
                    <a:lnTo>
                      <a:pt x="153835" y="30187"/>
                    </a:lnTo>
                    <a:lnTo>
                      <a:pt x="0" y="30187"/>
                    </a:lnTo>
                    <a:lnTo>
                      <a:pt x="104901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29" name="object 18">
                <a:extLst>
                  <a:ext uri="{FF2B5EF4-FFF2-40B4-BE49-F238E27FC236}">
                    <a16:creationId xmlns:a16="http://schemas.microsoft.com/office/drawing/2014/main" id="{B0C46CB8-ED13-4C7A-99A8-32ED628365A7}"/>
                  </a:ext>
                </a:extLst>
              </p:cNvPr>
              <p:cNvSpPr/>
              <p:nvPr/>
            </p:nvSpPr>
            <p:spPr>
              <a:xfrm>
                <a:off x="8220333" y="6111744"/>
                <a:ext cx="1428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8575">
                    <a:moveTo>
                      <a:pt x="60299" y="0"/>
                    </a:moveTo>
                    <a:lnTo>
                      <a:pt x="82232" y="0"/>
                    </a:lnTo>
                    <a:lnTo>
                      <a:pt x="142328" y="28384"/>
                    </a:lnTo>
                    <a:lnTo>
                      <a:pt x="0" y="28384"/>
                    </a:lnTo>
                    <a:lnTo>
                      <a:pt x="60299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30" name="object 19">
                <a:extLst>
                  <a:ext uri="{FF2B5EF4-FFF2-40B4-BE49-F238E27FC236}">
                    <a16:creationId xmlns:a16="http://schemas.microsoft.com/office/drawing/2014/main" id="{05878A16-BCE1-45FC-BD9D-86B3B1A46502}"/>
                  </a:ext>
                </a:extLst>
              </p:cNvPr>
              <p:cNvSpPr/>
              <p:nvPr/>
            </p:nvSpPr>
            <p:spPr>
              <a:xfrm>
                <a:off x="8246643" y="6040373"/>
                <a:ext cx="90170" cy="322580"/>
              </a:xfrm>
              <a:custGeom>
                <a:avLst/>
                <a:gdLst/>
                <a:ahLst/>
                <a:cxnLst/>
                <a:rect l="l" t="t" r="r" b="b"/>
                <a:pathLst>
                  <a:path w="90170" h="322579">
                    <a:moveTo>
                      <a:pt x="69138" y="174269"/>
                    </a:moveTo>
                    <a:lnTo>
                      <a:pt x="0" y="322478"/>
                    </a:lnTo>
                    <a:lnTo>
                      <a:pt x="44996" y="0"/>
                    </a:lnTo>
                    <a:lnTo>
                      <a:pt x="89674" y="322478"/>
                    </a:lnTo>
                    <a:lnTo>
                      <a:pt x="20612" y="174701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31" name="object 20">
                <a:extLst>
                  <a:ext uri="{FF2B5EF4-FFF2-40B4-BE49-F238E27FC236}">
                    <a16:creationId xmlns:a16="http://schemas.microsoft.com/office/drawing/2014/main" id="{92443165-F665-42B8-A609-DC415A0D67AB}"/>
                  </a:ext>
                </a:extLst>
              </p:cNvPr>
              <p:cNvSpPr/>
              <p:nvPr/>
            </p:nvSpPr>
            <p:spPr>
              <a:xfrm>
                <a:off x="8497296" y="6364602"/>
                <a:ext cx="52959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529590" h="111125">
                    <a:moveTo>
                      <a:pt x="201396" y="76"/>
                    </a:moveTo>
                    <a:lnTo>
                      <a:pt x="473849" y="0"/>
                    </a:lnTo>
                    <a:lnTo>
                      <a:pt x="512968" y="16202"/>
                    </a:lnTo>
                    <a:lnTo>
                      <a:pt x="529170" y="55321"/>
                    </a:lnTo>
                    <a:lnTo>
                      <a:pt x="524823" y="76856"/>
                    </a:lnTo>
                    <a:lnTo>
                      <a:pt x="512968" y="94440"/>
                    </a:lnTo>
                    <a:lnTo>
                      <a:pt x="495384" y="106295"/>
                    </a:lnTo>
                    <a:lnTo>
                      <a:pt x="473849" y="110642"/>
                    </a:lnTo>
                    <a:lnTo>
                      <a:pt x="0" y="110642"/>
                    </a:lnTo>
                  </a:path>
                </a:pathLst>
              </a:custGeom>
              <a:ln w="12699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32" name="object 21">
                <a:extLst>
                  <a:ext uri="{FF2B5EF4-FFF2-40B4-BE49-F238E27FC236}">
                    <a16:creationId xmlns:a16="http://schemas.microsoft.com/office/drawing/2014/main" id="{8402BACF-3A19-4D5E-BF86-D89CDD8BB815}"/>
                  </a:ext>
                </a:extLst>
              </p:cNvPr>
              <p:cNvSpPr/>
              <p:nvPr/>
            </p:nvSpPr>
            <p:spPr>
              <a:xfrm>
                <a:off x="8446492" y="6449843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0"/>
                    </a:moveTo>
                    <a:lnTo>
                      <a:pt x="15510" y="1995"/>
                    </a:lnTo>
                    <a:lnTo>
                      <a:pt x="7437" y="7437"/>
                    </a:lnTo>
                    <a:lnTo>
                      <a:pt x="1995" y="15510"/>
                    </a:lnTo>
                    <a:lnTo>
                      <a:pt x="0" y="25400"/>
                    </a:lnTo>
                    <a:lnTo>
                      <a:pt x="1995" y="35289"/>
                    </a:lnTo>
                    <a:lnTo>
                      <a:pt x="7437" y="43362"/>
                    </a:lnTo>
                    <a:lnTo>
                      <a:pt x="15510" y="48804"/>
                    </a:lnTo>
                    <a:lnTo>
                      <a:pt x="25400" y="50800"/>
                    </a:lnTo>
                    <a:lnTo>
                      <a:pt x="35289" y="48804"/>
                    </a:lnTo>
                    <a:lnTo>
                      <a:pt x="43362" y="43362"/>
                    </a:lnTo>
                    <a:lnTo>
                      <a:pt x="48804" y="35289"/>
                    </a:lnTo>
                    <a:lnTo>
                      <a:pt x="50800" y="25400"/>
                    </a:lnTo>
                    <a:lnTo>
                      <a:pt x="48804" y="15510"/>
                    </a:lnTo>
                    <a:lnTo>
                      <a:pt x="43362" y="7437"/>
                    </a:lnTo>
                    <a:lnTo>
                      <a:pt x="35289" y="1995"/>
                    </a:lnTo>
                    <a:lnTo>
                      <a:pt x="25400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DDE169C-4BAF-4DDF-8003-E1ECA71061E3}"/>
                </a:ext>
              </a:extLst>
            </p:cNvPr>
            <p:cNvGrpSpPr/>
            <p:nvPr userDrawn="1"/>
          </p:nvGrpSpPr>
          <p:grpSpPr>
            <a:xfrm>
              <a:off x="7807856" y="6136761"/>
              <a:ext cx="194402" cy="233814"/>
              <a:chOff x="6199448" y="5757477"/>
              <a:chExt cx="445167" cy="535418"/>
            </a:xfrm>
          </p:grpSpPr>
          <p:sp>
            <p:nvSpPr>
              <p:cNvPr id="11" name="object 9">
                <a:extLst>
                  <a:ext uri="{FF2B5EF4-FFF2-40B4-BE49-F238E27FC236}">
                    <a16:creationId xmlns:a16="http://schemas.microsoft.com/office/drawing/2014/main" id="{8732FF24-0EB7-40A1-9459-618A674340A2}"/>
                  </a:ext>
                </a:extLst>
              </p:cNvPr>
              <p:cNvSpPr/>
              <p:nvPr userDrawn="1"/>
            </p:nvSpPr>
            <p:spPr>
              <a:xfrm>
                <a:off x="6302730" y="6005107"/>
                <a:ext cx="59055" cy="54610"/>
              </a:xfrm>
              <a:custGeom>
                <a:avLst/>
                <a:gdLst/>
                <a:ahLst/>
                <a:cxnLst/>
                <a:rect l="l" t="t" r="r" b="b"/>
                <a:pathLst>
                  <a:path w="59054" h="54610">
                    <a:moveTo>
                      <a:pt x="58623" y="0"/>
                    </a:moveTo>
                    <a:lnTo>
                      <a:pt x="0" y="54051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C4BB0247-3C92-4B8B-9F59-DDB79DC37290}"/>
                  </a:ext>
                </a:extLst>
              </p:cNvPr>
              <p:cNvSpPr/>
              <p:nvPr userDrawn="1"/>
            </p:nvSpPr>
            <p:spPr>
              <a:xfrm>
                <a:off x="6571235" y="6064810"/>
                <a:ext cx="40005" cy="34290"/>
              </a:xfrm>
              <a:custGeom>
                <a:avLst/>
                <a:gdLst/>
                <a:ahLst/>
                <a:cxnLst/>
                <a:rect l="l" t="t" r="r" b="b"/>
                <a:pathLst>
                  <a:path w="40004" h="34289">
                    <a:moveTo>
                      <a:pt x="39458" y="0"/>
                    </a:moveTo>
                    <a:lnTo>
                      <a:pt x="0" y="33693"/>
                    </a:lnTo>
                  </a:path>
                </a:pathLst>
              </a:custGeom>
              <a:ln w="12699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13" name="object 11">
                <a:extLst>
                  <a:ext uri="{FF2B5EF4-FFF2-40B4-BE49-F238E27FC236}">
                    <a16:creationId xmlns:a16="http://schemas.microsoft.com/office/drawing/2014/main" id="{D0733CF6-0055-45EA-BEED-E72B45A68403}"/>
                  </a:ext>
                </a:extLst>
              </p:cNvPr>
              <p:cNvSpPr/>
              <p:nvPr userDrawn="1"/>
            </p:nvSpPr>
            <p:spPr>
              <a:xfrm>
                <a:off x="6199448" y="5757477"/>
                <a:ext cx="238760" cy="361315"/>
              </a:xfrm>
              <a:custGeom>
                <a:avLst/>
                <a:gdLst/>
                <a:ahLst/>
                <a:cxnLst/>
                <a:rect l="l" t="t" r="r" b="b"/>
                <a:pathLst>
                  <a:path w="238760" h="361314">
                    <a:moveTo>
                      <a:pt x="152401" y="0"/>
                    </a:moveTo>
                    <a:lnTo>
                      <a:pt x="206338" y="59621"/>
                    </a:lnTo>
                    <a:lnTo>
                      <a:pt x="232472" y="101546"/>
                    </a:lnTo>
                    <a:lnTo>
                      <a:pt x="238141" y="145618"/>
                    </a:lnTo>
                    <a:lnTo>
                      <a:pt x="230684" y="211683"/>
                    </a:lnTo>
                    <a:lnTo>
                      <a:pt x="202566" y="282121"/>
                    </a:lnTo>
                    <a:lnTo>
                      <a:pt x="155738" y="328306"/>
                    </a:lnTo>
                    <a:lnTo>
                      <a:pt x="111801" y="353570"/>
                    </a:lnTo>
                    <a:lnTo>
                      <a:pt x="92356" y="361251"/>
                    </a:lnTo>
                    <a:lnTo>
                      <a:pt x="35759" y="331100"/>
                    </a:lnTo>
                    <a:lnTo>
                      <a:pt x="7724" y="306879"/>
                    </a:lnTo>
                    <a:lnTo>
                      <a:pt x="0" y="275833"/>
                    </a:lnTo>
                    <a:lnTo>
                      <a:pt x="4332" y="225209"/>
                    </a:lnTo>
                    <a:lnTo>
                      <a:pt x="18791" y="180068"/>
                    </a:lnTo>
                    <a:lnTo>
                      <a:pt x="47033" y="134047"/>
                    </a:lnTo>
                    <a:lnTo>
                      <a:pt x="81786" y="90087"/>
                    </a:lnTo>
                    <a:lnTo>
                      <a:pt x="115780" y="51131"/>
                    </a:lnTo>
                    <a:lnTo>
                      <a:pt x="141742" y="20121"/>
                    </a:lnTo>
                    <a:lnTo>
                      <a:pt x="152401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14" name="object 12">
                <a:extLst>
                  <a:ext uri="{FF2B5EF4-FFF2-40B4-BE49-F238E27FC236}">
                    <a16:creationId xmlns:a16="http://schemas.microsoft.com/office/drawing/2014/main" id="{58C2ADE5-397D-44B8-9D74-AD3C6B4F7B9E}"/>
                  </a:ext>
                </a:extLst>
              </p:cNvPr>
              <p:cNvSpPr/>
              <p:nvPr userDrawn="1"/>
            </p:nvSpPr>
            <p:spPr>
              <a:xfrm>
                <a:off x="6291800" y="5958885"/>
                <a:ext cx="29845" cy="334010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334010">
                    <a:moveTo>
                      <a:pt x="0" y="333590"/>
                    </a:moveTo>
                    <a:lnTo>
                      <a:pt x="0" y="159842"/>
                    </a:lnTo>
                    <a:lnTo>
                      <a:pt x="29337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15" name="object 13">
                <a:extLst>
                  <a:ext uri="{FF2B5EF4-FFF2-40B4-BE49-F238E27FC236}">
                    <a16:creationId xmlns:a16="http://schemas.microsoft.com/office/drawing/2014/main" id="{36B4823D-99A9-4866-BC97-6CA5670CD5AC}"/>
                  </a:ext>
                </a:extLst>
              </p:cNvPr>
              <p:cNvSpPr/>
              <p:nvPr userDrawn="1"/>
            </p:nvSpPr>
            <p:spPr>
              <a:xfrm>
                <a:off x="6509995" y="5895716"/>
                <a:ext cx="134620" cy="271780"/>
              </a:xfrm>
              <a:custGeom>
                <a:avLst/>
                <a:gdLst/>
                <a:ahLst/>
                <a:cxnLst/>
                <a:rect l="l" t="t" r="r" b="b"/>
                <a:pathLst>
                  <a:path w="134620" h="271779">
                    <a:moveTo>
                      <a:pt x="49169" y="271462"/>
                    </a:moveTo>
                    <a:lnTo>
                      <a:pt x="98809" y="244084"/>
                    </a:lnTo>
                    <a:lnTo>
                      <a:pt x="124248" y="222365"/>
                    </a:lnTo>
                    <a:lnTo>
                      <a:pt x="133490" y="194972"/>
                    </a:lnTo>
                    <a:lnTo>
                      <a:pt x="134539" y="150571"/>
                    </a:lnTo>
                    <a:lnTo>
                      <a:pt x="129037" y="97915"/>
                    </a:lnTo>
                    <a:lnTo>
                      <a:pt x="116451" y="54292"/>
                    </a:lnTo>
                    <a:lnTo>
                      <a:pt x="101517" y="21165"/>
                    </a:lnTo>
                    <a:lnTo>
                      <a:pt x="88971" y="0"/>
                    </a:lnTo>
                    <a:lnTo>
                      <a:pt x="67453" y="33982"/>
                    </a:lnTo>
                    <a:lnTo>
                      <a:pt x="53324" y="55833"/>
                    </a:lnTo>
                    <a:lnTo>
                      <a:pt x="40320" y="75025"/>
                    </a:lnTo>
                    <a:lnTo>
                      <a:pt x="22182" y="101028"/>
                    </a:lnTo>
                    <a:lnTo>
                      <a:pt x="3912" y="139522"/>
                    </a:lnTo>
                    <a:lnTo>
                      <a:pt x="0" y="183183"/>
                    </a:lnTo>
                    <a:lnTo>
                      <a:pt x="13925" y="228374"/>
                    </a:lnTo>
                    <a:lnTo>
                      <a:pt x="49169" y="271462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F62B0879-EED9-4459-ABB4-0F75ADE95901}"/>
                  </a:ext>
                </a:extLst>
              </p:cNvPr>
              <p:cNvSpPr/>
              <p:nvPr userDrawn="1"/>
            </p:nvSpPr>
            <p:spPr>
              <a:xfrm>
                <a:off x="6559165" y="6040621"/>
                <a:ext cx="22860" cy="252095"/>
              </a:xfrm>
              <a:custGeom>
                <a:avLst/>
                <a:gdLst/>
                <a:ahLst/>
                <a:cxnLst/>
                <a:rect l="l" t="t" r="r" b="b"/>
                <a:pathLst>
                  <a:path w="22859" h="252095">
                    <a:moveTo>
                      <a:pt x="22250" y="0"/>
                    </a:moveTo>
                    <a:lnTo>
                      <a:pt x="0" y="126555"/>
                    </a:lnTo>
                    <a:lnTo>
                      <a:pt x="0" y="251853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</p:grpSp>
      </p:grpSp>
      <p:sp>
        <p:nvSpPr>
          <p:cNvPr id="3" name="Tekstvak 2">
            <a:extLst>
              <a:ext uri="{FF2B5EF4-FFF2-40B4-BE49-F238E27FC236}">
                <a16:creationId xmlns:a16="http://schemas.microsoft.com/office/drawing/2014/main" id="{E4180CD9-B62E-E7C9-0443-033A222E2578}"/>
              </a:ext>
            </a:extLst>
          </p:cNvPr>
          <p:cNvSpPr txBox="1"/>
          <p:nvPr userDrawn="1"/>
        </p:nvSpPr>
        <p:spPr>
          <a:xfrm>
            <a:off x="11292840" y="56007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786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E1C07E1-F7C9-4E38-A1E0-3735A4CC827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DD671B8-4E3A-44BF-A02F-69473F3FE1F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07200" y="3769200"/>
            <a:ext cx="5134576" cy="914400"/>
          </a:xfrm>
        </p:spPr>
        <p:txBody>
          <a:bodyPr vert="horz" wrap="square" lIns="0" tIns="0" rIns="0" bIns="0" rtlCol="0" anchor="b" anchorCtr="0">
            <a:noAutofit/>
          </a:bodyPr>
          <a:lstStyle>
            <a:lvl1pPr algn="l" fontAlgn="auto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lang="de-DE" sz="3000" b="1" i="0" u="none" kern="0" cap="none" spc="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</a:defRPr>
            </a:lvl1pPr>
          </a:lstStyle>
          <a:p>
            <a:pPr marL="0" lvl="0">
              <a:lnSpc>
                <a:spcPts val="3300"/>
              </a:lnSpc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57EA6-A40C-413A-AAF4-5B22D8823C82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896400" y="4744800"/>
            <a:ext cx="5123400" cy="304800"/>
          </a:xfrm>
        </p:spPr>
        <p:txBody>
          <a:bodyPr vert="horz" wrap="square" lIns="0" tIns="0" rIns="0" bIns="0" rtlCol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lang="de-DE" sz="170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marL="0" lvl="0"/>
            <a:r>
              <a:rPr lang="en-GB"/>
              <a:t>Subhead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44E7304-8EE2-4064-A334-7E202E5AF09A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07200" y="5281200"/>
            <a:ext cx="1828800" cy="215400"/>
          </a:xfrm>
        </p:spPr>
        <p:txBody>
          <a:bodyPr vert="horz" wrap="square" lIns="0" tIns="0" rIns="0" bIns="0" rtlCol="0" anchor="t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lang="en-US" sz="1100" smtClean="0">
                <a:solidFill>
                  <a:srgbClr val="FFFFFF"/>
                </a:solidFill>
                <a:latin typeface="+mn-lt"/>
                <a:cs typeface="Arial"/>
              </a:defRPr>
            </a:lvl1pPr>
            <a:lvl2pPr>
              <a:defRPr lang="en-US" sz="1700" dirty="0" smtClean="0">
                <a:solidFill>
                  <a:schemeClr val="bg1"/>
                </a:solidFill>
                <a:latin typeface="+mn-lt"/>
              </a:defRPr>
            </a:lvl2pPr>
            <a:lvl3pPr>
              <a:defRPr lang="en-US" sz="1700" dirty="0" smtClean="0">
                <a:solidFill>
                  <a:schemeClr val="bg1"/>
                </a:solidFill>
                <a:latin typeface="+mn-lt"/>
              </a:defRPr>
            </a:lvl3pPr>
            <a:lvl4pPr>
              <a:defRPr lang="en-US" sz="1700" dirty="0" smtClean="0">
                <a:solidFill>
                  <a:schemeClr val="bg1"/>
                </a:solidFill>
                <a:latin typeface="+mn-lt"/>
              </a:defRPr>
            </a:lvl4pPr>
            <a:lvl5pPr>
              <a:defRPr lang="de-DE" sz="1700" dirty="0">
                <a:solidFill>
                  <a:schemeClr val="bg1"/>
                </a:solidFill>
                <a:latin typeface="+mn-lt"/>
              </a:defRPr>
            </a:lvl5pPr>
          </a:lstStyle>
          <a:p>
            <a:pPr marL="0" lvl="0"/>
            <a:r>
              <a:rPr lang="en-GB"/>
              <a:t>Date | First name Surname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D126003-A35E-9CB9-95C9-F26A5CA638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9623" y="260696"/>
            <a:ext cx="1424136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713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869D6-A41A-4EFC-A4F7-BE408842F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4F877-50D3-4D3A-82A2-73469C598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52602"/>
            <a:ext cx="9792000" cy="3557016"/>
          </a:xfrm>
        </p:spPr>
        <p:txBody>
          <a:bodyPr wrap="square" lIns="91440" tIns="45720" rIns="91440" bIns="45720" anchor="t" anchorCtr="0">
            <a:noAutofit/>
          </a:bodyPr>
          <a:lstStyle>
            <a:lvl1pPr marL="288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sz="16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576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2pPr>
            <a:lvl3pPr marL="864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3pPr>
            <a:lvl4pPr marL="1152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4pPr>
            <a:lvl5pPr marL="1440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5pPr>
            <a:lvl6pPr marL="1728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6pPr>
            <a:lvl7pPr marL="2016001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7pPr>
            <a:lvl8pPr marL="2304000" indent="-287999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8pPr>
            <a:lvl9pPr marL="2592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B1257-443C-4301-89D9-FA707E60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wrap="none" lIns="0" tIns="45720" rIns="0" bIns="0" rtlCol="0" anchor="ctr"/>
          <a:lstStyle>
            <a:lvl1pPr>
              <a:defRPr lang="de-DE"/>
            </a:lvl1pPr>
          </a:lstStyle>
          <a:p>
            <a:pPr algn="r" defTabSz="45720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32F9A-BE95-4779-BFBB-FC1D8A2FD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F4F6-8314-4173-B77E-ACDB3515A2E2}" type="slidenum">
              <a:rPr lang="en-GB" smtClean="0"/>
              <a:t>‹nr.›</a:t>
            </a:fld>
            <a:endParaRPr lang="en-GB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C3EC286-5D13-44F2-B13B-A7ED5E70C1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6282000"/>
            <a:ext cx="8205936" cy="459368"/>
          </a:xfrm>
        </p:spPr>
        <p:txBody>
          <a:bodyPr wrap="square" lIns="0" tIns="52070" rIns="0" bIns="0" anchor="t" anchorCtr="0">
            <a:noAutofit/>
          </a:bodyPr>
          <a:lstStyle>
            <a:lvl1pPr marL="1440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9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13227271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ummary and 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869D6-A41A-4EFC-A4F7-BE408842F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4F877-50D3-4D3A-82A2-73469C598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52603"/>
            <a:ext cx="9792000" cy="3132585"/>
          </a:xfrm>
        </p:spPr>
        <p:txBody>
          <a:bodyPr wrap="square" lIns="91440" tIns="45720" rIns="91440" bIns="45720" anchor="t" anchorCtr="0">
            <a:noAutofit/>
          </a:bodyPr>
          <a:lstStyle>
            <a:lvl1pPr marL="288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sz="16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576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2pPr>
            <a:lvl3pPr marL="864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3pPr>
            <a:lvl4pPr marL="1152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4pPr>
            <a:lvl5pPr marL="1440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5pPr>
            <a:lvl6pPr marL="1728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6pPr>
            <a:lvl7pPr marL="2016001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7pPr>
            <a:lvl8pPr marL="2304000" indent="-287999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8pPr>
            <a:lvl9pPr marL="2592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D2B61A9-4A33-4B68-9979-7F352F3F148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399" y="5300663"/>
            <a:ext cx="9792000" cy="611955"/>
          </a:xfrm>
          <a:ln>
            <a:solidFill>
              <a:schemeClr val="bg2"/>
            </a:solidFill>
            <a:prstDash val="sysDot"/>
          </a:ln>
        </p:spPr>
        <p:txBody>
          <a:bodyPr wrap="square" lIns="91440" tIns="45720" rIns="91440" bIns="45720" anchor="ctr" anchorCtr="0">
            <a:normAutofit/>
          </a:bodyPr>
          <a:lstStyle>
            <a:lvl1pPr marL="14400" indent="0" algn="l" fontAlgn="auto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FontTx/>
              <a:buNone/>
              <a:defRPr kumimoji="0" sz="2000" b="1" i="0" u="none" kern="1200" cap="none" spc="0" baseline="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Summary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B1257-443C-4301-89D9-FA707E60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wrap="none" lIns="0" tIns="45720" rIns="0" bIns="0" rtlCol="0" anchor="ctr"/>
          <a:lstStyle>
            <a:lvl1pPr>
              <a:defRPr lang="de-DE"/>
            </a:lvl1pPr>
          </a:lstStyle>
          <a:p>
            <a:pPr algn="r" defTabSz="45720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32F9A-BE95-4779-BFBB-FC1D8A2FD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F4F6-8314-4173-B77E-ACDB3515A2E2}" type="slidenum">
              <a:rPr lang="en-GB" smtClean="0"/>
              <a:t>‹nr.›</a:t>
            </a:fld>
            <a:endParaRPr lang="en-GB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C3EC286-5D13-44F2-B13B-A7ED5E70C1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6282000"/>
            <a:ext cx="8205936" cy="459368"/>
          </a:xfrm>
        </p:spPr>
        <p:txBody>
          <a:bodyPr wrap="square" lIns="0" tIns="52070" rIns="0" bIns="0" anchor="t" anchorCtr="0">
            <a:noAutofit/>
          </a:bodyPr>
          <a:lstStyle>
            <a:lvl1pPr marL="1440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9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2886988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08933-FCBE-4652-B49D-8102AA1FB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08720"/>
            <a:ext cx="9448800" cy="487362"/>
          </a:xfrm>
        </p:spPr>
        <p:txBody>
          <a:bodyPr wrap="square" lIns="0" tIns="0" rIns="0" bIns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5482E70-F812-4CB9-A125-89E39D5111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400" y="1676400"/>
            <a:ext cx="10730999" cy="4517999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AC950-4446-4D76-A6F6-7C82C5ADEC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457200"/>
            <a:r>
              <a:rPr lang="en-GB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741EE-A6E0-4FDB-856D-016D03B5C0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457200"/>
            <a:fld id="{7C9AF4F6-8314-4173-B77E-ACDB3515A2E2}" type="slidenum">
              <a:rPr lang="en-GB" smtClean="0"/>
              <a:pPr defTabSz="457200"/>
              <a:t>‹nr.›</a:t>
            </a:fld>
            <a:endParaRPr lang="en-GB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F5695BD-33D7-4730-BA7F-213D46FA54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6282000"/>
            <a:ext cx="8205936" cy="459368"/>
          </a:xfrm>
        </p:spPr>
        <p:txBody>
          <a:bodyPr wrap="square" lIns="0" tIns="52070" rIns="0" bIns="0" anchor="t" anchorCtr="0">
            <a:noAutofit/>
          </a:bodyPr>
          <a:lstStyle>
            <a:lvl1pPr marL="1440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9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8058315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Picture Right with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D9CD9-1FB2-4273-A91A-2426F3618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08720"/>
            <a:ext cx="4676400" cy="792088"/>
          </a:xfrm>
        </p:spPr>
        <p:txBody>
          <a:bodyPr wrap="square" lIns="0" tIns="0" rIns="0" bIns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49728-238D-4BF8-BFD7-8C7C33198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676400"/>
            <a:ext cx="4676400" cy="3408785"/>
          </a:xfrm>
        </p:spPr>
        <p:txBody>
          <a:bodyPr wrap="square" lIns="91440" tIns="45720" rIns="91440" bIns="45720" anchor="t" anchorCtr="0">
            <a:noAutofit/>
          </a:bodyPr>
          <a:lstStyle>
            <a:lvl1pPr marL="288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sz="16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576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2pPr>
            <a:lvl3pPr marL="864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3pPr>
            <a:lvl4pPr marL="1152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4pPr>
            <a:lvl5pPr marL="1440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5pPr>
            <a:lvl6pPr marL="1728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6pPr>
            <a:lvl7pPr marL="2016001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7pPr>
            <a:lvl8pPr marL="2304000" indent="-287999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8pPr>
            <a:lvl9pPr marL="2592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26399DE-E9A8-4B7F-B362-C6B1EACEB44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67399" y="1371600"/>
            <a:ext cx="5778000" cy="4517999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FABF7-264B-4C3B-8EFC-6D8326747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wrap="none" lIns="0" tIns="45720" rIns="0" bIns="0" rtlCol="0" anchor="ctr"/>
          <a:lstStyle>
            <a:lvl1pPr>
              <a:defRPr lang="de-DE"/>
            </a:lvl1pPr>
          </a:lstStyle>
          <a:p>
            <a:pPr algn="r" defTabSz="457200"/>
            <a:r>
              <a:rPr lang="en-GB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0DD74-C4DF-4D25-905C-69C9201E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F4F6-8314-4173-B77E-ACDB3515A2E2}" type="slidenum">
              <a:rPr lang="en-GB" smtClean="0"/>
              <a:t>‹nr.›</a:t>
            </a:fld>
            <a:endParaRPr lang="en-GB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7A91B59-BC35-43D0-A64B-6D67086932F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5600" y="5378399"/>
            <a:ext cx="4676400" cy="792088"/>
          </a:xfrm>
          <a:ln>
            <a:noFill/>
            <a:prstDash val="sysDot"/>
          </a:ln>
        </p:spPr>
        <p:txBody>
          <a:bodyPr wrap="square" lIns="91440" tIns="45720" rIns="91440" bIns="45720" anchor="t" anchorCtr="0">
            <a:noAutofit/>
          </a:bodyPr>
          <a:lstStyle>
            <a:lvl1pPr marL="14400" indent="0" algn="l" fontAlgn="auto">
              <a:lnSpc>
                <a:spcPts val="1400"/>
              </a:lnSpc>
              <a:spcBef>
                <a:spcPts val="219"/>
              </a:spcBef>
              <a:spcAft>
                <a:spcPts val="0"/>
              </a:spcAft>
              <a:buFontTx/>
              <a:buNone/>
              <a:defRPr kumimoji="0" sz="11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marL="14400" marR="0" lvl="0" indent="0" algn="l" defTabSz="914400" rtl="0" eaLnBrk="1" fontAlgn="auto" latinLnBrk="0" hangingPunct="1">
              <a:lnSpc>
                <a:spcPts val="1400"/>
              </a:lnSpc>
              <a:spcBef>
                <a:spcPts val="219"/>
              </a:spcBef>
              <a:spcAft>
                <a:spcPts val="0"/>
              </a:spcAft>
              <a:buClr>
                <a:schemeClr val="bg2"/>
              </a:buClr>
              <a:buSzPts val="1600"/>
              <a:buFontTx/>
              <a:buNone/>
              <a:tabLst/>
              <a:defRPr/>
            </a:pPr>
            <a:r>
              <a:rPr lang="en-GB"/>
              <a:t>Minor note, use bold orange to highlight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E3D3004-BDA4-4711-BEC7-80D16822C5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6282000"/>
            <a:ext cx="8205936" cy="459368"/>
          </a:xfrm>
        </p:spPr>
        <p:txBody>
          <a:bodyPr wrap="square" lIns="0" tIns="52070" rIns="0" bIns="0" anchor="t" anchorCtr="0">
            <a:noAutofit/>
          </a:bodyPr>
          <a:lstStyle>
            <a:lvl1pPr marL="1440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9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22859610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Picture Right with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D9CD9-1FB2-4273-A91A-2426F3618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08720"/>
            <a:ext cx="4676400" cy="792088"/>
          </a:xfrm>
        </p:spPr>
        <p:txBody>
          <a:bodyPr wrap="square" lIns="0" tIns="0" rIns="0" bIns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49728-238D-4BF8-BFD7-8C7C33198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676400"/>
            <a:ext cx="4676400" cy="3408785"/>
          </a:xfrm>
        </p:spPr>
        <p:txBody>
          <a:bodyPr wrap="square" lIns="91440" tIns="45720" rIns="91440" bIns="45720" anchor="t" anchorCtr="0">
            <a:noAutofit/>
          </a:bodyPr>
          <a:lstStyle>
            <a:lvl1pPr marL="288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sz="16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576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2pPr>
            <a:lvl3pPr marL="864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3pPr>
            <a:lvl4pPr marL="1152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4pPr>
            <a:lvl5pPr marL="1440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5pPr>
            <a:lvl6pPr marL="1728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6pPr>
            <a:lvl7pPr marL="2016001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7pPr>
            <a:lvl8pPr marL="2304000" indent="-287999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8pPr>
            <a:lvl9pPr marL="2592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26399DE-E9A8-4B7F-B362-C6B1EACEB44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67399" y="1371600"/>
            <a:ext cx="5778000" cy="4517999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FABF7-264B-4C3B-8EFC-6D8326747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wrap="none" lIns="0" tIns="45720" rIns="0" bIns="0" rtlCol="0" anchor="ctr"/>
          <a:lstStyle>
            <a:lvl1pPr>
              <a:defRPr lang="de-DE"/>
            </a:lvl1pPr>
          </a:lstStyle>
          <a:p>
            <a:pPr algn="r" defTabSz="457200"/>
            <a:r>
              <a:rPr lang="en-GB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0DD74-C4DF-4D25-905C-69C9201E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F4F6-8314-4173-B77E-ACDB3515A2E2}" type="slidenum">
              <a:rPr lang="en-GB" smtClean="0"/>
              <a:t>‹nr.›</a:t>
            </a:fld>
            <a:endParaRPr lang="en-GB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A0474ED-02CC-47DB-8DBD-682FDE64EFA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399" y="5300663"/>
            <a:ext cx="4676400" cy="611955"/>
          </a:xfrm>
          <a:ln>
            <a:solidFill>
              <a:schemeClr val="bg2"/>
            </a:solidFill>
            <a:prstDash val="sysDot"/>
          </a:ln>
        </p:spPr>
        <p:txBody>
          <a:bodyPr wrap="square" lIns="91440" tIns="45720" rIns="91440" bIns="45720" anchor="ctr" anchorCtr="0">
            <a:normAutofit/>
          </a:bodyPr>
          <a:lstStyle>
            <a:lvl1pPr marL="14400" indent="0" algn="l" fontAlgn="auto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FontTx/>
              <a:buNone/>
              <a:defRPr kumimoji="0" sz="2000" b="1" i="0" u="none" kern="1200" cap="none" spc="0" baseline="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Summary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FA6CDB-5471-471B-B311-572D9DE256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6282000"/>
            <a:ext cx="8205936" cy="459368"/>
          </a:xfrm>
        </p:spPr>
        <p:txBody>
          <a:bodyPr wrap="square" lIns="0" tIns="52070" rIns="0" bIns="0" anchor="t" anchorCtr="0">
            <a:noAutofit/>
          </a:bodyPr>
          <a:lstStyle>
            <a:lvl1pPr marL="1440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9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11629724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Picture Left with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D9CD9-1FB2-4273-A91A-2426F3618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08720"/>
            <a:ext cx="9448798" cy="792088"/>
          </a:xfrm>
        </p:spPr>
        <p:txBody>
          <a:bodyPr wrap="square" lIns="0" tIns="0" rIns="0" bIns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49728-238D-4BF8-BFD7-8C7C33198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13200" y="1700808"/>
            <a:ext cx="3491312" cy="3408785"/>
          </a:xfrm>
        </p:spPr>
        <p:txBody>
          <a:bodyPr wrap="square" lIns="91440" tIns="45720" rIns="91440" bIns="45720" anchor="t" anchorCtr="0">
            <a:noAutofit/>
          </a:bodyPr>
          <a:lstStyle>
            <a:lvl1pPr marL="288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sz="16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576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2pPr>
            <a:lvl3pPr marL="864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3pPr>
            <a:lvl4pPr marL="1152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4pPr>
            <a:lvl5pPr marL="1440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5pPr>
            <a:lvl6pPr marL="1728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6pPr>
            <a:lvl7pPr marL="2016001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7pPr>
            <a:lvl8pPr marL="2304000" indent="-287999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8pPr>
            <a:lvl9pPr marL="2592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26399DE-E9A8-4B7F-B362-C6B1EACEB44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400" y="1700807"/>
            <a:ext cx="6120000" cy="3708000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FABF7-264B-4C3B-8EFC-6D8326747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wrap="none" lIns="0" tIns="45720" rIns="0" bIns="0" rtlCol="0" anchor="ctr"/>
          <a:lstStyle>
            <a:lvl1pPr>
              <a:defRPr lang="de-DE"/>
            </a:lvl1pPr>
          </a:lstStyle>
          <a:p>
            <a:pPr algn="r" defTabSz="457200"/>
            <a:r>
              <a:rPr lang="en-GB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0DD74-C4DF-4D25-905C-69C9201E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F4F6-8314-4173-B77E-ACDB3515A2E2}" type="slidenum">
              <a:rPr lang="en-GB" smtClean="0"/>
              <a:t>‹nr.›</a:t>
            </a:fld>
            <a:endParaRPr lang="en-GB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39A5308-06FE-48A0-B901-2875D44F30C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4399" y="5589239"/>
            <a:ext cx="9792000" cy="611955"/>
          </a:xfrm>
          <a:ln>
            <a:solidFill>
              <a:schemeClr val="bg2"/>
            </a:solidFill>
            <a:prstDash val="sysDot"/>
          </a:ln>
        </p:spPr>
        <p:txBody>
          <a:bodyPr wrap="square" lIns="91440" tIns="45720" rIns="91440" bIns="45720" anchor="ctr" anchorCtr="0">
            <a:normAutofit/>
          </a:bodyPr>
          <a:lstStyle>
            <a:lvl1pPr marL="14400" indent="0" algn="l" fontAlgn="auto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FontTx/>
              <a:buNone/>
              <a:defRPr kumimoji="0" sz="2000" b="1" i="0" u="none" kern="1200" cap="none" spc="0" baseline="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Summary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BCC4CDE-4424-4CFB-A8AF-BF97F16B4A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6282000"/>
            <a:ext cx="8205936" cy="459368"/>
          </a:xfrm>
        </p:spPr>
        <p:txBody>
          <a:bodyPr wrap="square" lIns="0" tIns="52070" rIns="0" bIns="0" anchor="t" anchorCtr="0">
            <a:noAutofit/>
          </a:bodyPr>
          <a:lstStyle>
            <a:lvl1pPr marL="1440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9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39218931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and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1265C0-DB66-4C59-AE6A-0860792AA44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778500" cy="6858000"/>
          </a:xfrm>
          <a:solidFill>
            <a:schemeClr val="accent1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0335DD-64FB-4E45-8C68-94AE641B31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457200"/>
            <a:r>
              <a:rPr lang="en-GB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DF5CD-6065-41CC-A88D-839D084272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457200"/>
            <a:fld id="{7C9AF4F6-8314-4173-B77E-ACDB3515A2E2}" type="slidenum">
              <a:rPr lang="en-GB" smtClean="0"/>
              <a:pPr defTabSz="457200"/>
              <a:t>‹nr.›</a:t>
            </a:fld>
            <a:endParaRPr lang="en-GB"/>
          </a:p>
        </p:txBody>
      </p:sp>
      <p:pic>
        <p:nvPicPr>
          <p:cNvPr id="9" name="Bild 1">
            <a:extLst>
              <a:ext uri="{FF2B5EF4-FFF2-40B4-BE49-F238E27FC236}">
                <a16:creationId xmlns:a16="http://schemas.microsoft.com/office/drawing/2014/main" id="{510DFD7B-26F8-4A99-9910-D5938F8794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008" y="1020763"/>
            <a:ext cx="1612900" cy="13589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198E4C-DBD1-4A47-864E-352BF20D5C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56041" y="1700213"/>
            <a:ext cx="4677543" cy="3817019"/>
          </a:xfr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200" b="1"/>
            </a:lvl1pPr>
          </a:lstStyle>
          <a:p>
            <a:pPr lvl="0"/>
            <a:r>
              <a:rPr lang="en-GB"/>
              <a:t>Citation</a:t>
            </a:r>
          </a:p>
        </p:txBody>
      </p:sp>
    </p:spTree>
    <p:extLst>
      <p:ext uri="{BB962C8B-B14F-4D97-AF65-F5344CB8AC3E}">
        <p14:creationId xmlns:p14="http://schemas.microsoft.com/office/powerpoint/2010/main" val="13032309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44E4007-361F-4BBB-915A-A1EC4DD4FD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-340"/>
            <a:ext cx="7050572" cy="6858340"/>
          </a:xfrm>
          <a:custGeom>
            <a:avLst/>
            <a:gdLst>
              <a:gd name="connsiteX0" fmla="*/ 0 w 7176121"/>
              <a:gd name="connsiteY0" fmla="*/ 0 h 6858000"/>
              <a:gd name="connsiteX1" fmla="*/ 6033098 w 7176121"/>
              <a:gd name="connsiteY1" fmla="*/ 0 h 6858000"/>
              <a:gd name="connsiteX2" fmla="*/ 7176121 w 7176121"/>
              <a:gd name="connsiteY2" fmla="*/ 1143023 h 6858000"/>
              <a:gd name="connsiteX3" fmla="*/ 7176121 w 7176121"/>
              <a:gd name="connsiteY3" fmla="*/ 6858000 h 6858000"/>
              <a:gd name="connsiteX4" fmla="*/ 0 w 7176121"/>
              <a:gd name="connsiteY4" fmla="*/ 6858000 h 6858000"/>
              <a:gd name="connsiteX5" fmla="*/ 0 w 7176121"/>
              <a:gd name="connsiteY5" fmla="*/ 0 h 6858000"/>
              <a:gd name="connsiteX0" fmla="*/ 0 w 7176121"/>
              <a:gd name="connsiteY0" fmla="*/ 21772 h 6879772"/>
              <a:gd name="connsiteX1" fmla="*/ 7067241 w 7176121"/>
              <a:gd name="connsiteY1" fmla="*/ 0 h 6879772"/>
              <a:gd name="connsiteX2" fmla="*/ 7176121 w 7176121"/>
              <a:gd name="connsiteY2" fmla="*/ 1164795 h 6879772"/>
              <a:gd name="connsiteX3" fmla="*/ 7176121 w 7176121"/>
              <a:gd name="connsiteY3" fmla="*/ 6879772 h 6879772"/>
              <a:gd name="connsiteX4" fmla="*/ 0 w 7176121"/>
              <a:gd name="connsiteY4" fmla="*/ 6879772 h 6879772"/>
              <a:gd name="connsiteX5" fmla="*/ 0 w 7176121"/>
              <a:gd name="connsiteY5" fmla="*/ 21772 h 6879772"/>
              <a:gd name="connsiteX0" fmla="*/ 0 w 7176121"/>
              <a:gd name="connsiteY0" fmla="*/ 21772 h 6879772"/>
              <a:gd name="connsiteX1" fmla="*/ 7067241 w 7176121"/>
              <a:gd name="connsiteY1" fmla="*/ 0 h 6879772"/>
              <a:gd name="connsiteX2" fmla="*/ 7176121 w 7176121"/>
              <a:gd name="connsiteY2" fmla="*/ 6879772 h 6879772"/>
              <a:gd name="connsiteX3" fmla="*/ 0 w 7176121"/>
              <a:gd name="connsiteY3" fmla="*/ 6879772 h 6879772"/>
              <a:gd name="connsiteX4" fmla="*/ 0 w 7176121"/>
              <a:gd name="connsiteY4" fmla="*/ 21772 h 6879772"/>
              <a:gd name="connsiteX0" fmla="*/ 0 w 7067241"/>
              <a:gd name="connsiteY0" fmla="*/ 21772 h 6879772"/>
              <a:gd name="connsiteX1" fmla="*/ 7067241 w 7067241"/>
              <a:gd name="connsiteY1" fmla="*/ 0 h 6879772"/>
              <a:gd name="connsiteX2" fmla="*/ 4541778 w 7067241"/>
              <a:gd name="connsiteY2" fmla="*/ 6879772 h 6879772"/>
              <a:gd name="connsiteX3" fmla="*/ 0 w 7067241"/>
              <a:gd name="connsiteY3" fmla="*/ 6879772 h 6879772"/>
              <a:gd name="connsiteX4" fmla="*/ 0 w 7067241"/>
              <a:gd name="connsiteY4" fmla="*/ 21772 h 6879772"/>
              <a:gd name="connsiteX0" fmla="*/ 0 w 7050572"/>
              <a:gd name="connsiteY0" fmla="*/ 340 h 6858340"/>
              <a:gd name="connsiteX1" fmla="*/ 7050572 w 7050572"/>
              <a:gd name="connsiteY1" fmla="*/ 0 h 6858340"/>
              <a:gd name="connsiteX2" fmla="*/ 4541778 w 7050572"/>
              <a:gd name="connsiteY2" fmla="*/ 6858340 h 6858340"/>
              <a:gd name="connsiteX3" fmla="*/ 0 w 7050572"/>
              <a:gd name="connsiteY3" fmla="*/ 6858340 h 6858340"/>
              <a:gd name="connsiteX4" fmla="*/ 0 w 7050572"/>
              <a:gd name="connsiteY4" fmla="*/ 340 h 6858340"/>
              <a:gd name="connsiteX0" fmla="*/ 0 w 7050572"/>
              <a:gd name="connsiteY0" fmla="*/ 340 h 6858340"/>
              <a:gd name="connsiteX1" fmla="*/ 7050572 w 7050572"/>
              <a:gd name="connsiteY1" fmla="*/ 0 h 6858340"/>
              <a:gd name="connsiteX2" fmla="*/ 4553684 w 7050572"/>
              <a:gd name="connsiteY2" fmla="*/ 6858340 h 6858340"/>
              <a:gd name="connsiteX3" fmla="*/ 0 w 7050572"/>
              <a:gd name="connsiteY3" fmla="*/ 6858340 h 6858340"/>
              <a:gd name="connsiteX4" fmla="*/ 0 w 7050572"/>
              <a:gd name="connsiteY4" fmla="*/ 340 h 6858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50572" h="6858340">
                <a:moveTo>
                  <a:pt x="0" y="340"/>
                </a:moveTo>
                <a:lnTo>
                  <a:pt x="7050572" y="0"/>
                </a:lnTo>
                <a:lnTo>
                  <a:pt x="4553684" y="6858340"/>
                </a:lnTo>
                <a:lnTo>
                  <a:pt x="0" y="6858340"/>
                </a:lnTo>
                <a:lnTo>
                  <a:pt x="0" y="34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C869D6-A41A-4EFC-A4F7-BE408842F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99" y="914400"/>
            <a:ext cx="2365265" cy="487362"/>
          </a:xfrm>
        </p:spPr>
        <p:txBody>
          <a:bodyPr wrap="square" lIns="0" tIns="0" rIns="0" bIns="0" anchor="t" anchorCtr="0">
            <a:noAutofit/>
          </a:bodyPr>
          <a:lstStyle>
            <a:lvl1pPr>
              <a:defRPr lang="en-US" sz="3000" b="1" kern="1200" dirty="0">
                <a:solidFill>
                  <a:schemeClr val="accent2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4F877-50D3-4D3A-82A2-73469C598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97" y="1676400"/>
            <a:ext cx="4824536" cy="2275200"/>
          </a:xfrm>
        </p:spPr>
        <p:txBody>
          <a:bodyPr wrap="square" lIns="0" tIns="0" rIns="0" bIns="0" anchor="t" anchorCtr="0">
            <a:noAutofit/>
          </a:bodyPr>
          <a:lstStyle>
            <a:lvl1pPr marL="225425" indent="-225425">
              <a:lnSpc>
                <a:spcPts val="1780"/>
              </a:lnSpc>
              <a:spcAft>
                <a:spcPts val="1100"/>
              </a:spcAft>
              <a:buFont typeface="+mj-lt"/>
              <a:buAutoNum type="arabicPeriod"/>
              <a:defRPr sz="1600"/>
            </a:lvl1pPr>
            <a:lvl2pPr marL="288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B1257-443C-4301-89D9-FA707E60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wrap="none" lIns="0" tIns="45720" rIns="0" bIns="0" rtlCol="0" anchor="ctr"/>
          <a:lstStyle>
            <a:lvl1pPr>
              <a:defRPr lang="de-DE"/>
            </a:lvl1pPr>
          </a:lstStyle>
          <a:p>
            <a:pPr algn="r" defTabSz="45720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32F9A-BE95-4779-BFBB-FC1D8A2FD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F4F6-8314-4173-B77E-ACDB3515A2E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31987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piratio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3139767-E0E0-4F9F-9DBD-E450998271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BC4CC7-EAB1-4287-9259-5252482D3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425" y="3645024"/>
            <a:ext cx="8928993" cy="2881313"/>
          </a:xfrm>
        </p:spPr>
        <p:txBody>
          <a:bodyPr wrap="square" lIns="91440" tIns="45720" rIns="91440" bIns="45720" anchor="t" anchorCtr="0">
            <a:noAutofit/>
          </a:bodyPr>
          <a:lstStyle>
            <a:lvl1pPr>
              <a:defRPr lang="en-US" sz="4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Inspiration 48pt, Text 36pt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998F65-CFDA-4805-9D4E-05860FFFA9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defTabSz="457200"/>
            <a:r>
              <a:rPr lang="en-GB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BAF21-4E1D-4717-920E-1A84FD6295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defTabSz="457200"/>
            <a:fld id="{7C9AF4F6-8314-4173-B77E-ACDB3515A2E2}" type="slidenum">
              <a:rPr lang="en-GB" smtClean="0"/>
              <a:pPr defTabSz="45720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1148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4647103-E10B-4F87-AEBC-0A4B03A747B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CC7CB-E4B9-4E5F-8715-6089711D3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800" y="2962800"/>
            <a:ext cx="7010400" cy="609600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de-DE" sz="3000" i="0">
                <a:solidFill>
                  <a:schemeClr val="bg1"/>
                </a:solidFill>
                <a:ea typeface="+mn-ea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DBE28-46AA-423A-B59E-BA194FB74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0000" y="3636000"/>
            <a:ext cx="7008814" cy="450850"/>
          </a:xfrm>
        </p:spPr>
        <p:txBody>
          <a:bodyPr vert="horz" wrap="square" lIns="0" tIns="0" rIns="0" bIns="0" rtlCol="0" anchor="t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lang="en-US" sz="170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534AA9D-2937-8FF2-201B-0B89EB970A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9623" y="260696"/>
            <a:ext cx="1424136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7038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Text Hig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4647103-E10B-4F87-AEBC-0A4B03A747B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CC7CB-E4B9-4E5F-8715-6089711D3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200" y="2060848"/>
            <a:ext cx="4648736" cy="609600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de-DE" sz="3000" i="0">
                <a:solidFill>
                  <a:schemeClr val="bg1"/>
                </a:solidFill>
                <a:ea typeface="+mn-ea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DBE28-46AA-423A-B59E-BA194FB74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4800" y="2730448"/>
            <a:ext cx="4799513" cy="450850"/>
          </a:xfrm>
        </p:spPr>
        <p:txBody>
          <a:bodyPr vert="horz" wrap="square" lIns="0" tIns="0" rIns="0" bIns="0" rtlCol="0" anchor="t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lang="en-US" sz="170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A47F659-2328-A2C4-9181-CB153E0646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9623" y="260696"/>
            <a:ext cx="1424136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9718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Note and 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D9CD9-1FB2-4273-A91A-2426F3618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49728-238D-4BF8-BFD7-8C7C33198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952602"/>
            <a:ext cx="4716000" cy="3132585"/>
          </a:xfrm>
        </p:spPr>
        <p:txBody>
          <a:bodyPr wrap="square" lIns="91440" tIns="45720" rIns="91440" bIns="45720" anchor="t" anchorCtr="0">
            <a:noAutofit/>
          </a:bodyPr>
          <a:lstStyle>
            <a:lvl1pPr marL="288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sz="16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576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2pPr>
            <a:lvl3pPr marL="864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3pPr>
            <a:lvl4pPr marL="1152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4pPr>
            <a:lvl5pPr marL="1440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5pPr>
            <a:lvl6pPr marL="1728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6pPr>
            <a:lvl7pPr marL="2016001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7pPr>
            <a:lvl8pPr marL="2304000" indent="-287999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8pPr>
            <a:lvl9pPr marL="2592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D7D0F0-A757-47FC-90B8-89A40005F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0399" y="1952602"/>
            <a:ext cx="4716000" cy="3132585"/>
          </a:xfrm>
        </p:spPr>
        <p:txBody>
          <a:bodyPr wrap="square" lIns="91440" tIns="45720" rIns="91440" bIns="45720" anchor="t" anchorCtr="0">
            <a:noAutofit/>
          </a:bodyPr>
          <a:lstStyle>
            <a:lvl1pPr marL="288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sz="16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576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2pPr>
            <a:lvl3pPr marL="864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3pPr>
            <a:lvl4pPr marL="1152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4pPr>
            <a:lvl5pPr marL="1440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5pPr>
            <a:lvl6pPr marL="1728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6pPr>
            <a:lvl7pPr marL="2016001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7pPr>
            <a:lvl8pPr marL="2304000" indent="-287999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8pPr>
            <a:lvl9pPr marL="2592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b="0" i="0" u="none" kern="1200" cap="none" spc="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FABF7-264B-4C3B-8EFC-6D8326747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wrap="none" lIns="0" tIns="45720" rIns="0" bIns="0" rtlCol="0" anchor="ctr"/>
          <a:lstStyle>
            <a:lvl1pPr>
              <a:defRPr lang="de-DE"/>
            </a:lvl1pPr>
          </a:lstStyle>
          <a:p>
            <a:pPr algn="r" defTabSz="457200"/>
            <a:r>
              <a:rPr lang="en-GB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0DD74-C4DF-4D25-905C-69C9201E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F4F6-8314-4173-B77E-ACDB3515A2E2}" type="slidenum">
              <a:rPr lang="en-GB" smtClean="0"/>
              <a:t>‹nr.›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B443B82-DCF8-4C21-9E78-CA783B0B2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399" y="5378400"/>
            <a:ext cx="9792000" cy="547232"/>
          </a:xfrm>
          <a:ln>
            <a:noFill/>
            <a:prstDash val="sysDot"/>
          </a:ln>
        </p:spPr>
        <p:txBody>
          <a:bodyPr wrap="square" lIns="91440" tIns="45720" rIns="91440" bIns="45720" anchor="t" anchorCtr="0">
            <a:normAutofit/>
          </a:bodyPr>
          <a:lstStyle>
            <a:lvl1pPr marL="14400" indent="0" algn="l" fontAlgn="auto">
              <a:lnSpc>
                <a:spcPts val="1400"/>
              </a:lnSpc>
              <a:spcBef>
                <a:spcPts val="219"/>
              </a:spcBef>
              <a:spcAft>
                <a:spcPts val="0"/>
              </a:spcAft>
              <a:buFontTx/>
              <a:buNone/>
              <a:defRPr kumimoji="0" sz="11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Minor note, use bold orange to highlight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6225487-7DEC-4363-B1D0-E1751DF43B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6282000"/>
            <a:ext cx="8205936" cy="459368"/>
          </a:xfrm>
        </p:spPr>
        <p:txBody>
          <a:bodyPr wrap="square" lIns="0" tIns="52070" rIns="0" bIns="0" anchor="t" anchorCtr="0">
            <a:noAutofit/>
          </a:bodyPr>
          <a:lstStyle>
            <a:lvl1pPr marL="1440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9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15388611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00A7B-B9D3-40B4-8342-24BD71DB6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5B414E-4FF7-478C-96FF-DA3219FAA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wrap="none" lIns="0" tIns="45720" rIns="0" bIns="0" rtlCol="0" anchor="ctr"/>
          <a:lstStyle>
            <a:lvl1pPr>
              <a:defRPr lang="de-DE"/>
            </a:lvl1pPr>
          </a:lstStyle>
          <a:p>
            <a:pPr algn="r" defTabSz="457200"/>
            <a:r>
              <a:rPr lang="en-GB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268E26-E91C-43B5-B5AB-E2A804CF0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F4F6-8314-4173-B77E-ACDB3515A2E2}" type="slidenum">
              <a:rPr lang="en-GB" smtClean="0"/>
              <a:t>‹nr.›</a:t>
            </a:fld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4BDB8021-7FAA-4123-8D5B-1A91874883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6282000"/>
            <a:ext cx="8205936" cy="459368"/>
          </a:xfrm>
        </p:spPr>
        <p:txBody>
          <a:bodyPr wrap="square" lIns="0" tIns="52070" rIns="0" bIns="0" anchor="t" anchorCtr="0">
            <a:noAutofit/>
          </a:bodyPr>
          <a:lstStyle>
            <a:lvl1pPr marL="1440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9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28076714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aption and 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38C90-020D-430D-95E6-6142EB5D4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914400"/>
            <a:ext cx="8534400" cy="487362"/>
          </a:xfrm>
        </p:spPr>
        <p:txBody>
          <a:bodyPr wrap="square" lIns="0" tIns="0" rIns="0" bIns="0" anchor="t" anchorCtr="0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AFF34-B718-47F0-8975-CF7BCE202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1423" y="1412777"/>
            <a:ext cx="8534400" cy="487362"/>
          </a:xfrm>
        </p:spPr>
        <p:txBody>
          <a:bodyPr vert="horz" wrap="square" lIns="0" tIns="0" rIns="0" bIns="0" rtlCol="0">
            <a:noAutofit/>
          </a:bodyPr>
          <a:lstStyle>
            <a:lvl1pPr algn="l" fontAlgn="auto">
              <a:lnSpc>
                <a:spcPts val="1780"/>
              </a:lnSpc>
              <a:spcBef>
                <a:spcPts val="0"/>
              </a:spcBef>
              <a:spcAft>
                <a:spcPts val="1100"/>
              </a:spcAft>
              <a:buFontTx/>
              <a:buNone/>
              <a:defRPr kumimoji="0" lang="en-US" sz="1700" b="0" i="0" u="none" kern="1200" cap="none" spc="0" baseline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defTabSz="457200">
              <a:lnSpc>
                <a:spcPts val="1780"/>
              </a:lnSpc>
              <a:spcAft>
                <a:spcPts val="1100"/>
              </a:spcAft>
              <a:buSzTx/>
              <a:buFont typeface="+mj-lt"/>
              <a:buNone/>
              <a:tabLst>
                <a:tab pos="253365" algn="l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8C56C-D13F-4F5D-9F7C-7E13A8A62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52600"/>
            <a:ext cx="9792000" cy="3636638"/>
          </a:xfrm>
        </p:spPr>
        <p:txBody>
          <a:bodyPr wrap="square" lIns="0" tIns="0" rIns="0" bIns="0" anchor="t" anchorCtr="0">
            <a:noAutofit/>
          </a:bodyPr>
          <a:lstStyle>
            <a:lvl1pPr marL="288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sz="16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576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sz="16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864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sz="16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152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sz="16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4pPr>
            <a:lvl5pPr marL="1440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sz="16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5pPr>
            <a:lvl6pPr marL="1728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sz="16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6pPr>
            <a:lvl7pPr marL="2016001" indent="-287999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sz="16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7pPr>
            <a:lvl8pPr marL="2304000" indent="-287999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sz="16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8pPr>
            <a:lvl9pPr marL="2592000" indent="-288000" algn="l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ts val="1600"/>
              <a:buFont typeface="Arial" panose="020B0604020202020204" pitchFamily="34" charset="0"/>
              <a:buChar char="–"/>
              <a:defRPr kumimoji="0" sz="16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957E0-928C-49E0-8254-23B39C887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wrap="none" lIns="0" tIns="45720" rIns="0" bIns="0" rtlCol="0" anchor="ctr"/>
          <a:lstStyle>
            <a:lvl1pPr>
              <a:defRPr lang="de-DE"/>
            </a:lvl1pPr>
          </a:lstStyle>
          <a:p>
            <a:pPr algn="r" defTabSz="457200"/>
            <a:r>
              <a:rPr lang="en-GB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B62C5-F66E-4DE7-A853-71715EEB8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F4F6-8314-4173-B77E-ACDB3515A2E2}" type="slidenum">
              <a:rPr lang="en-GB" smtClean="0"/>
              <a:t>‹nr.›</a:t>
            </a:fld>
            <a:endParaRPr lang="en-GB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BD2D9C4C-08E0-4078-B129-E266AFCDC4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6282000"/>
            <a:ext cx="8205936" cy="459368"/>
          </a:xfrm>
        </p:spPr>
        <p:txBody>
          <a:bodyPr wrap="square" lIns="0" tIns="52070" rIns="0" bIns="0" anchor="t" anchorCtr="0">
            <a:noAutofit/>
          </a:bodyPr>
          <a:lstStyle>
            <a:lvl1pPr marL="1440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9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32236749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 with Caption and 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38C90-020D-430D-95E6-6142EB5D4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914400"/>
            <a:ext cx="8534400" cy="487362"/>
          </a:xfrm>
        </p:spPr>
        <p:txBody>
          <a:bodyPr wrap="square" lIns="0" tIns="0" rIns="0" bIns="0" anchor="t" anchorCtr="0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AFF34-B718-47F0-8975-CF7BCE202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1423" y="1412777"/>
            <a:ext cx="8534400" cy="487362"/>
          </a:xfrm>
        </p:spPr>
        <p:txBody>
          <a:bodyPr vert="horz" wrap="square" lIns="0" tIns="0" rIns="0" bIns="0" rtlCol="0">
            <a:noAutofit/>
          </a:bodyPr>
          <a:lstStyle>
            <a:lvl1pPr marL="0" indent="0" algn="l" fontAlgn="auto">
              <a:lnSpc>
                <a:spcPts val="1780"/>
              </a:lnSpc>
              <a:spcBef>
                <a:spcPts val="0"/>
              </a:spcBef>
              <a:spcAft>
                <a:spcPts val="1100"/>
              </a:spcAft>
              <a:buFontTx/>
              <a:buNone/>
              <a:defRPr kumimoji="0" lang="en-US" sz="1700" b="0" i="0" u="none" kern="1200" cap="none" spc="0" baseline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88000" marR="0" lvl="0" indent="-288000" defTabSz="457200">
              <a:lnSpc>
                <a:spcPts val="1780"/>
              </a:lnSpc>
              <a:spcAft>
                <a:spcPts val="1100"/>
              </a:spcAft>
              <a:buSzTx/>
              <a:tabLst>
                <a:tab pos="253365" algn="l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48D0F96-C154-4E88-B29A-9D57D11D2843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399" y="2205038"/>
            <a:ext cx="8531420" cy="18396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Click icon to add table</a:t>
            </a:r>
            <a:endParaRPr lang="de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5648FEE-9DAD-41BA-B441-AAD061E4EE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1423" y="4869160"/>
            <a:ext cx="4163516" cy="323165"/>
          </a:xfr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lang="en-US" sz="1500" dirty="0" smtClean="0">
                <a:solidFill>
                  <a:schemeClr val="bg2"/>
                </a:solidFill>
                <a:cs typeface="Arial" panose="020B0604020202020204" pitchFamily="34" charset="0"/>
              </a:defRPr>
            </a:lvl1pPr>
          </a:lstStyle>
          <a:p>
            <a:pPr marL="0" lvl="0" defTabSz="45720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957E0-928C-49E0-8254-23B39C887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wrap="none" lIns="0" tIns="45720" rIns="0" bIns="0" rtlCol="0" anchor="ctr"/>
          <a:lstStyle>
            <a:lvl1pPr>
              <a:defRPr lang="de-DE"/>
            </a:lvl1pPr>
          </a:lstStyle>
          <a:p>
            <a:pPr algn="r" defTabSz="457200"/>
            <a:r>
              <a:rPr lang="en-GB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B62C5-F66E-4DE7-A853-71715EEB8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F4F6-8314-4173-B77E-ACDB3515A2E2}" type="slidenum">
              <a:rPr lang="en-GB" smtClean="0"/>
              <a:t>‹nr.›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D4FB1E-8A1C-41C4-99B8-2B652208F7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6282000"/>
            <a:ext cx="8205936" cy="459368"/>
          </a:xfrm>
        </p:spPr>
        <p:txBody>
          <a:bodyPr wrap="square" lIns="0" tIns="52070" rIns="0" bIns="0" anchor="t" anchorCtr="0">
            <a:noAutofit/>
          </a:bodyPr>
          <a:lstStyle>
            <a:lvl1pPr marL="1440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9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21223802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 with Caption and 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38C90-020D-430D-95E6-6142EB5D4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914400"/>
            <a:ext cx="8534400" cy="487362"/>
          </a:xfrm>
        </p:spPr>
        <p:txBody>
          <a:bodyPr wrap="square" lIns="0" tIns="0" rIns="0" bIns="0" anchor="t" anchorCtr="0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3B172C41-58BB-426B-83E4-7C0F606CBB61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914400" y="2205038"/>
            <a:ext cx="9791700" cy="31321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AFF34-B718-47F0-8975-CF7BCE202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1423" y="1412777"/>
            <a:ext cx="8534400" cy="487362"/>
          </a:xfrm>
        </p:spPr>
        <p:txBody>
          <a:bodyPr vert="horz" wrap="square" lIns="0" tIns="0" rIns="0" bIns="0" rtlCol="0">
            <a:noAutofit/>
          </a:bodyPr>
          <a:lstStyle>
            <a:lvl1pPr marL="0" indent="0" algn="l" fontAlgn="auto">
              <a:lnSpc>
                <a:spcPts val="1780"/>
              </a:lnSpc>
              <a:spcBef>
                <a:spcPts val="0"/>
              </a:spcBef>
              <a:spcAft>
                <a:spcPts val="1100"/>
              </a:spcAft>
              <a:buFontTx/>
              <a:buNone/>
              <a:defRPr kumimoji="0" lang="en-US" sz="1700" b="0" i="0" u="none" kern="1200" cap="none" spc="0" baseline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88000" marR="0" lvl="0" indent="-288000" defTabSz="457200">
              <a:lnSpc>
                <a:spcPts val="1780"/>
              </a:lnSpc>
              <a:spcAft>
                <a:spcPts val="1100"/>
              </a:spcAft>
              <a:buSzTx/>
              <a:tabLst>
                <a:tab pos="253365" algn="l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5648FEE-9DAD-41BA-B441-AAD061E4EE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1424" y="5532586"/>
            <a:ext cx="4163516" cy="323165"/>
          </a:xfrm>
          <a:noFill/>
        </p:spPr>
        <p:txBody>
          <a:bodyPr wrap="square" lIns="0" tIns="45720" rIns="91440" bIns="45720" rtlCol="0" anchor="t" anchorCtr="0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lang="en-US" sz="1500" dirty="0" smtClean="0">
                <a:solidFill>
                  <a:schemeClr val="bg2"/>
                </a:solidFill>
                <a:cs typeface="Arial" panose="020B0604020202020204" pitchFamily="34" charset="0"/>
              </a:defRPr>
            </a:lvl1pPr>
          </a:lstStyle>
          <a:p>
            <a:pPr marL="0" lvl="0" defTabSz="45720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957E0-928C-49E0-8254-23B39C887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wrap="none" lIns="0" tIns="45720" rIns="0" bIns="0" rtlCol="0" anchor="ctr"/>
          <a:lstStyle>
            <a:lvl1pPr>
              <a:defRPr lang="de-DE"/>
            </a:lvl1pPr>
          </a:lstStyle>
          <a:p>
            <a:pPr algn="r" defTabSz="457200"/>
            <a:r>
              <a:rPr lang="en-GB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B62C5-F66E-4DE7-A853-71715EEB8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F4F6-8314-4173-B77E-ACDB3515A2E2}" type="slidenum">
              <a:rPr lang="en-GB" smtClean="0"/>
              <a:t>‹nr.›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B3A70EA-664F-4886-A7D4-7518E70A81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6282000"/>
            <a:ext cx="8205936" cy="459368"/>
          </a:xfrm>
        </p:spPr>
        <p:txBody>
          <a:bodyPr wrap="square" lIns="0" tIns="52070" rIns="0" bIns="0" anchor="t" anchorCtr="0">
            <a:noAutofit/>
          </a:bodyPr>
          <a:lstStyle>
            <a:lvl1pPr marL="1440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9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18117646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 and Text with Caption and 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38C90-020D-430D-95E6-6142EB5D4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914400"/>
            <a:ext cx="8534400" cy="487362"/>
          </a:xfrm>
        </p:spPr>
        <p:txBody>
          <a:bodyPr wrap="square" lIns="0" tIns="0" rIns="0" bIns="0" anchor="t" anchorCtr="0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AFF34-B718-47F0-8975-CF7BCE202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1423" y="1412777"/>
            <a:ext cx="8534400" cy="487362"/>
          </a:xfrm>
        </p:spPr>
        <p:txBody>
          <a:bodyPr vert="horz" wrap="square" lIns="0" tIns="0" rIns="0" bIns="0" rtlCol="0">
            <a:noAutofit/>
          </a:bodyPr>
          <a:lstStyle>
            <a:lvl1pPr marL="0" indent="0" algn="l" fontAlgn="auto">
              <a:lnSpc>
                <a:spcPts val="1780"/>
              </a:lnSpc>
              <a:spcBef>
                <a:spcPts val="0"/>
              </a:spcBef>
              <a:spcAft>
                <a:spcPts val="1100"/>
              </a:spcAft>
              <a:buFontTx/>
              <a:buNone/>
              <a:defRPr kumimoji="0" lang="en-US" sz="1700" b="0" i="0" u="none" kern="1200" cap="none" spc="0" baseline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88000" marR="0" lvl="0" indent="-288000" defTabSz="457200">
              <a:lnSpc>
                <a:spcPts val="1780"/>
              </a:lnSpc>
              <a:spcAft>
                <a:spcPts val="1100"/>
              </a:spcAft>
              <a:buSzTx/>
              <a:tabLst>
                <a:tab pos="253365" algn="l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3B172C41-58BB-426B-83E4-7C0F606CBB61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914400" y="2205038"/>
            <a:ext cx="4680000" cy="31321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de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8E666C5-5013-474C-B767-5696C7C328D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50585" y="2204863"/>
            <a:ext cx="4680000" cy="1770741"/>
          </a:xfrm>
        </p:spPr>
        <p:txBody>
          <a:bodyPr wrap="square" lIns="0" tIns="12700" rIns="0" bIns="0" anchor="t" anchorCtr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5648FEE-9DAD-41BA-B441-AAD061E4EE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1424" y="5532586"/>
            <a:ext cx="4163516" cy="323165"/>
          </a:xfrm>
          <a:noFill/>
        </p:spPr>
        <p:txBody>
          <a:bodyPr wrap="square" lIns="0" tIns="45720" rIns="91440" bIns="45720" rtlCol="0" anchor="t" anchorCtr="0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lang="en-US" sz="1500" dirty="0" smtClean="0">
                <a:solidFill>
                  <a:schemeClr val="bg2"/>
                </a:solidFill>
                <a:cs typeface="Arial" panose="020B0604020202020204" pitchFamily="34" charset="0"/>
              </a:defRPr>
            </a:lvl1pPr>
          </a:lstStyle>
          <a:p>
            <a:pPr marL="0" lvl="0" defTabSz="45720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957E0-928C-49E0-8254-23B39C887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wrap="none" lIns="0" tIns="45720" rIns="0" bIns="0" rtlCol="0" anchor="ctr"/>
          <a:lstStyle>
            <a:lvl1pPr>
              <a:defRPr lang="de-DE"/>
            </a:lvl1pPr>
          </a:lstStyle>
          <a:p>
            <a:pPr algn="r" defTabSz="457200"/>
            <a:r>
              <a:rPr lang="en-GB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B62C5-F66E-4DE7-A853-71715EEB8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F4F6-8314-4173-B77E-ACDB3515A2E2}" type="slidenum">
              <a:rPr lang="en-GB" smtClean="0"/>
              <a:t>‹nr.›</a:t>
            </a:fld>
            <a:endParaRPr lang="en-GB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749374B-3521-48D4-8C02-AD730AD2407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6282000"/>
            <a:ext cx="8205936" cy="459368"/>
          </a:xfrm>
        </p:spPr>
        <p:txBody>
          <a:bodyPr wrap="square" lIns="0" tIns="52070" rIns="0" bIns="0" anchor="t" anchorCtr="0">
            <a:noAutofit/>
          </a:bodyPr>
          <a:lstStyle>
            <a:lvl1pPr marL="1440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900" b="0" i="0" u="none" kern="1200" cap="none" spc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31622917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77415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0802" y="4797628"/>
            <a:ext cx="9726795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/>
            </a:lvl1pPr>
          </a:lstStyle>
          <a:p>
            <a:pPr lvl="0">
              <a:buNone/>
            </a:pPr>
            <a:r>
              <a:rPr lang="en-US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1943" y="4076795"/>
            <a:ext cx="9726795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1943" y="3294407"/>
            <a:ext cx="9726795" cy="67710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578556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083381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 bwMode="gray">
          <a:xfrm>
            <a:off x="554736" y="974791"/>
            <a:ext cx="9172800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b="0" baseline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gray">
          <a:xfrm>
            <a:off x="554737" y="6501671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 bwMode="gray">
          <a:xfrm>
            <a:off x="554736" y="41600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 bwMode="gray">
          <a:xfrm>
            <a:off x="554736" y="164711"/>
            <a:ext cx="9172800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AC90FC30-7BBC-4A58-9B5A-6AA35D587921}"/>
              </a:ext>
            </a:extLst>
          </p:cNvPr>
          <p:cNvSpPr>
            <a:spLocks/>
          </p:cNvSpPr>
          <p:nvPr userDrawn="1"/>
        </p:nvSpPr>
        <p:spPr bwMode="gray">
          <a:xfrm>
            <a:off x="11372057" y="6483369"/>
            <a:ext cx="0" cy="138499"/>
          </a:xfrm>
          <a:custGeom>
            <a:avLst/>
            <a:gdLst/>
            <a:ahLst/>
            <a:cxnLst/>
            <a:rect l="l" t="t" r="r" b="b"/>
            <a:pathLst>
              <a:path h="117475">
                <a:moveTo>
                  <a:pt x="0" y="0"/>
                </a:moveTo>
                <a:lnTo>
                  <a:pt x="0" y="117005"/>
                </a:lnTo>
              </a:path>
            </a:pathLst>
          </a:custGeom>
          <a:ln w="6350">
            <a:solidFill>
              <a:srgbClr val="EF7D1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851B8A47-417F-4207-9AB9-006DAFCE97CF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gray">
          <a:xfrm>
            <a:off x="11496962" y="6483367"/>
            <a:ext cx="141064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b">
            <a:spAutoFit/>
          </a:bodyPr>
          <a:lstStyle/>
          <a:p>
            <a:pPr algn="r" defTabSz="610797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accent3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97"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en-US" sz="900" b="0">
              <a:solidFill>
                <a:schemeClr val="accent3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3056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14981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 bwMode="gray">
          <a:xfrm>
            <a:off x="554737" y="1709931"/>
            <a:ext cx="3813048" cy="769441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rtl="0">
              <a:lnSpc>
                <a:spcPct val="10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gray">
          <a:xfrm>
            <a:off x="554737" y="6501671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A2582D75-79F8-4634-92EF-A9F0840C018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 bwMode="gray">
          <a:xfrm>
            <a:off x="554736" y="41600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80" name="object 4">
            <a:extLst>
              <a:ext uri="{FF2B5EF4-FFF2-40B4-BE49-F238E27FC236}">
                <a16:creationId xmlns:a16="http://schemas.microsoft.com/office/drawing/2014/main" id="{32D27040-132E-4964-8D05-21995D4D883E}"/>
              </a:ext>
            </a:extLst>
          </p:cNvPr>
          <p:cNvSpPr>
            <a:spLocks/>
          </p:cNvSpPr>
          <p:nvPr userDrawn="1"/>
        </p:nvSpPr>
        <p:spPr bwMode="gray">
          <a:xfrm>
            <a:off x="11372057" y="6483369"/>
            <a:ext cx="0" cy="138499"/>
          </a:xfrm>
          <a:custGeom>
            <a:avLst/>
            <a:gdLst/>
            <a:ahLst/>
            <a:cxnLst/>
            <a:rect l="l" t="t" r="r" b="b"/>
            <a:pathLst>
              <a:path h="117475">
                <a:moveTo>
                  <a:pt x="0" y="0"/>
                </a:moveTo>
                <a:lnTo>
                  <a:pt x="0" y="117005"/>
                </a:lnTo>
              </a:path>
            </a:pathLst>
          </a:custGeom>
          <a:ln w="6350">
            <a:solidFill>
              <a:srgbClr val="EF7D1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81" name="Slide Number">
            <a:extLst>
              <a:ext uri="{FF2B5EF4-FFF2-40B4-BE49-F238E27FC236}">
                <a16:creationId xmlns:a16="http://schemas.microsoft.com/office/drawing/2014/main" id="{8E46C474-7394-4745-94FB-3D95809E9B36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gray">
          <a:xfrm>
            <a:off x="11496962" y="6483367"/>
            <a:ext cx="141064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b">
            <a:spAutoFit/>
          </a:bodyPr>
          <a:lstStyle/>
          <a:p>
            <a:pPr lvl="0" algn="r" defTabSz="610797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en-US" sz="900" b="0" smtClean="0">
                <a:solidFill>
                  <a:schemeClr val="accent3"/>
                </a:solidFill>
                <a:cs typeface="Arial" panose="020B0604020202020204" pitchFamily="34" charset="0"/>
              </a:rPr>
              <a:pPr lvl="0" algn="r" defTabSz="610797" fontAlgn="auto">
                <a:spcBef>
                  <a:spcPts val="0"/>
                </a:spcBef>
                <a:spcAft>
                  <a:spcPts val="0"/>
                </a:spcAft>
              </a:pPr>
              <a:t>‹nr.›</a:t>
            </a:fld>
            <a:endParaRPr lang="en-US" sz="900" b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  <p:sp>
        <p:nvSpPr>
          <p:cNvPr id="116" name="object 6">
            <a:extLst>
              <a:ext uri="{FF2B5EF4-FFF2-40B4-BE49-F238E27FC236}">
                <a16:creationId xmlns:a16="http://schemas.microsoft.com/office/drawing/2014/main" id="{599FA39C-0954-4FFF-8A19-CE0B6C90389C}"/>
              </a:ext>
            </a:extLst>
          </p:cNvPr>
          <p:cNvSpPr/>
          <p:nvPr userDrawn="1"/>
        </p:nvSpPr>
        <p:spPr bwMode="gray">
          <a:xfrm>
            <a:off x="0" y="5609970"/>
            <a:ext cx="12186285" cy="832485"/>
          </a:xfrm>
          <a:custGeom>
            <a:avLst/>
            <a:gdLst/>
            <a:ahLst/>
            <a:cxnLst/>
            <a:rect l="l" t="t" r="r" b="b"/>
            <a:pathLst>
              <a:path w="12186285" h="832485">
                <a:moveTo>
                  <a:pt x="0" y="832383"/>
                </a:moveTo>
                <a:lnTo>
                  <a:pt x="8350957" y="832383"/>
                </a:lnTo>
                <a:lnTo>
                  <a:pt x="8399674" y="828017"/>
                </a:lnTo>
                <a:lnTo>
                  <a:pt x="8445525" y="815428"/>
                </a:lnTo>
                <a:lnTo>
                  <a:pt x="8487746" y="795382"/>
                </a:lnTo>
                <a:lnTo>
                  <a:pt x="8525572" y="768644"/>
                </a:lnTo>
                <a:lnTo>
                  <a:pt x="8558236" y="735980"/>
                </a:lnTo>
                <a:lnTo>
                  <a:pt x="8584974" y="698154"/>
                </a:lnTo>
                <a:lnTo>
                  <a:pt x="8605020" y="655933"/>
                </a:lnTo>
                <a:lnTo>
                  <a:pt x="8617609" y="610082"/>
                </a:lnTo>
                <a:lnTo>
                  <a:pt x="8621975" y="561365"/>
                </a:lnTo>
                <a:lnTo>
                  <a:pt x="8617609" y="512648"/>
                </a:lnTo>
                <a:lnTo>
                  <a:pt x="8605020" y="466797"/>
                </a:lnTo>
                <a:lnTo>
                  <a:pt x="8584974" y="424576"/>
                </a:lnTo>
                <a:lnTo>
                  <a:pt x="8558236" y="386750"/>
                </a:lnTo>
                <a:lnTo>
                  <a:pt x="8525572" y="354086"/>
                </a:lnTo>
                <a:lnTo>
                  <a:pt x="8487746" y="327348"/>
                </a:lnTo>
                <a:lnTo>
                  <a:pt x="8445525" y="307302"/>
                </a:lnTo>
                <a:lnTo>
                  <a:pt x="8399674" y="294713"/>
                </a:lnTo>
                <a:lnTo>
                  <a:pt x="8350957" y="290347"/>
                </a:lnTo>
                <a:lnTo>
                  <a:pt x="8181514" y="290347"/>
                </a:lnTo>
                <a:lnTo>
                  <a:pt x="8179482" y="290309"/>
                </a:lnTo>
                <a:lnTo>
                  <a:pt x="7991877" y="290309"/>
                </a:lnTo>
                <a:lnTo>
                  <a:pt x="7945999" y="282909"/>
                </a:lnTo>
                <a:lnTo>
                  <a:pt x="7906154" y="262303"/>
                </a:lnTo>
                <a:lnTo>
                  <a:pt x="7874731" y="230883"/>
                </a:lnTo>
                <a:lnTo>
                  <a:pt x="7854122" y="191038"/>
                </a:lnTo>
                <a:lnTo>
                  <a:pt x="7846716" y="145160"/>
                </a:lnTo>
                <a:lnTo>
                  <a:pt x="7854117" y="99277"/>
                </a:lnTo>
                <a:lnTo>
                  <a:pt x="7874726" y="59428"/>
                </a:lnTo>
                <a:lnTo>
                  <a:pt x="7906150" y="28006"/>
                </a:lnTo>
                <a:lnTo>
                  <a:pt x="7945998" y="7399"/>
                </a:lnTo>
                <a:lnTo>
                  <a:pt x="7991877" y="0"/>
                </a:lnTo>
                <a:lnTo>
                  <a:pt x="8192855" y="0"/>
                </a:lnTo>
                <a:lnTo>
                  <a:pt x="12186005" y="0"/>
                </a:lnTo>
              </a:path>
            </a:pathLst>
          </a:custGeom>
          <a:ln w="12700">
            <a:solidFill>
              <a:srgbClr val="FF73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</p:spTree>
    <p:extLst>
      <p:ext uri="{BB962C8B-B14F-4D97-AF65-F5344CB8AC3E}">
        <p14:creationId xmlns:p14="http://schemas.microsoft.com/office/powerpoint/2010/main" val="40117205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9328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 bwMode="gray">
          <a:xfrm>
            <a:off x="554736" y="3236641"/>
            <a:ext cx="5065776" cy="384721"/>
          </a:xfrm>
          <a:prstGeom prst="rect">
            <a:avLst/>
          </a:prstGeom>
        </p:spPr>
        <p:txBody>
          <a:bodyPr vert="horz" rIns="365760" anchor="ctr">
            <a:spAutoFit/>
          </a:bodyPr>
          <a:lstStyle>
            <a:lvl1pPr rtl="0"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gray">
          <a:xfrm>
            <a:off x="554737" y="6501671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4983596-431B-4F12-AA07-76914CD3DEE7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 bwMode="gray">
          <a:xfrm>
            <a:off x="554736" y="41600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96D155F2-3154-4F8F-8FBF-44515E3AEFC1}"/>
              </a:ext>
            </a:extLst>
          </p:cNvPr>
          <p:cNvSpPr>
            <a:spLocks/>
          </p:cNvSpPr>
          <p:nvPr userDrawn="1"/>
        </p:nvSpPr>
        <p:spPr bwMode="gray">
          <a:xfrm>
            <a:off x="11372057" y="6483369"/>
            <a:ext cx="0" cy="138499"/>
          </a:xfrm>
          <a:custGeom>
            <a:avLst/>
            <a:gdLst/>
            <a:ahLst/>
            <a:cxnLst/>
            <a:rect l="l" t="t" r="r" b="b"/>
            <a:pathLst>
              <a:path h="117475">
                <a:moveTo>
                  <a:pt x="0" y="0"/>
                </a:moveTo>
                <a:lnTo>
                  <a:pt x="0" y="117005"/>
                </a:lnTo>
              </a:path>
            </a:pathLst>
          </a:custGeom>
          <a:ln w="6350">
            <a:solidFill>
              <a:srgbClr val="EF7D1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0FAF83A7-2313-4A4E-B1A4-76D56CEE720D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gray">
          <a:xfrm>
            <a:off x="11496962" y="6483367"/>
            <a:ext cx="141064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b">
            <a:spAutoFit/>
          </a:bodyPr>
          <a:lstStyle/>
          <a:p>
            <a:pPr lvl="0" algn="r" defTabSz="610797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en-US" sz="900" b="0" smtClean="0">
                <a:solidFill>
                  <a:schemeClr val="accent3"/>
                </a:solidFill>
                <a:cs typeface="Arial" panose="020B0604020202020204" pitchFamily="34" charset="0"/>
              </a:rPr>
              <a:pPr lvl="0" algn="r" defTabSz="610797" fontAlgn="auto">
                <a:spcBef>
                  <a:spcPts val="0"/>
                </a:spcBef>
                <a:spcAft>
                  <a:spcPts val="0"/>
                </a:spcAft>
              </a:pPr>
              <a:t>‹nr.›</a:t>
            </a:fld>
            <a:endParaRPr lang="en-US" sz="900" b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583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23391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object 2">
            <a:extLst>
              <a:ext uri="{FF2B5EF4-FFF2-40B4-BE49-F238E27FC236}">
                <a16:creationId xmlns:a16="http://schemas.microsoft.com/office/drawing/2014/main" id="{0CB75FA2-4B85-4614-B551-5CF6AC74F7E1}"/>
              </a:ext>
            </a:extLst>
          </p:cNvPr>
          <p:cNvSpPr/>
          <p:nvPr userDrawn="1"/>
        </p:nvSpPr>
        <p:spPr bwMode="ltGray">
          <a:xfrm>
            <a:off x="1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86285" h="6858000">
                <a:moveTo>
                  <a:pt x="0" y="6858000"/>
                </a:moveTo>
                <a:lnTo>
                  <a:pt x="12186005" y="6858000"/>
                </a:lnTo>
                <a:lnTo>
                  <a:pt x="1218600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7300"/>
          </a:solidFill>
        </p:spPr>
        <p:txBody>
          <a:bodyPr wrap="square" lIns="0" tIns="0" rIns="0" bIns="0" rtlCol="0" anchor="b"/>
          <a:lstStyle/>
          <a:p>
            <a:endParaRPr sz="1800"/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 bwMode="gray">
          <a:xfrm>
            <a:off x="3002400" y="1883384"/>
            <a:ext cx="7010400" cy="1354217"/>
          </a:xfrm>
        </p:spPr>
        <p:txBody>
          <a:bodyPr vert="horz" anchor="b">
            <a:spAutoFit/>
          </a:bodyPr>
          <a:lstStyle>
            <a:lvl1pPr rtl="0">
              <a:lnSpc>
                <a:spcPct val="10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gray">
          <a:xfrm>
            <a:off x="554737" y="6501671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solidFill>
                  <a:schemeClr val="tx2"/>
                </a:solidFill>
              </a:rPr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FA764DC8-CEA6-42F3-8E66-7C768AAD275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 bwMode="gray">
          <a:xfrm>
            <a:off x="554736" y="41600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solidFill>
                  <a:schemeClr val="tx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grpSp>
        <p:nvGrpSpPr>
          <p:cNvPr id="10" name="Gruppierung 7">
            <a:extLst>
              <a:ext uri="{FF2B5EF4-FFF2-40B4-BE49-F238E27FC236}">
                <a16:creationId xmlns:a16="http://schemas.microsoft.com/office/drawing/2014/main" id="{D40A8208-A84C-4AA6-95AA-C97300A557EA}"/>
              </a:ext>
            </a:extLst>
          </p:cNvPr>
          <p:cNvGrpSpPr/>
          <p:nvPr userDrawn="1"/>
        </p:nvGrpSpPr>
        <p:grpSpPr bwMode="gray">
          <a:xfrm>
            <a:off x="0" y="0"/>
            <a:ext cx="2172335" cy="6858151"/>
            <a:chOff x="0" y="0"/>
            <a:chExt cx="2172335" cy="6858151"/>
          </a:xfrm>
        </p:grpSpPr>
        <p:sp>
          <p:nvSpPr>
            <p:cNvPr id="11" name="object 3">
              <a:extLst>
                <a:ext uri="{FF2B5EF4-FFF2-40B4-BE49-F238E27FC236}">
                  <a16:creationId xmlns:a16="http://schemas.microsoft.com/office/drawing/2014/main" id="{C0067274-E564-4586-B600-781E881478AA}"/>
                </a:ext>
              </a:extLst>
            </p:cNvPr>
            <p:cNvSpPr/>
            <p:nvPr/>
          </p:nvSpPr>
          <p:spPr bwMode="gray">
            <a:xfrm>
              <a:off x="0" y="0"/>
              <a:ext cx="1741805" cy="3497579"/>
            </a:xfrm>
            <a:custGeom>
              <a:avLst/>
              <a:gdLst/>
              <a:ahLst/>
              <a:cxnLst/>
              <a:rect l="l" t="t" r="r" b="b"/>
              <a:pathLst>
                <a:path w="1741805" h="3497579">
                  <a:moveTo>
                    <a:pt x="468380" y="0"/>
                  </a:moveTo>
                  <a:lnTo>
                    <a:pt x="0" y="0"/>
                  </a:lnTo>
                  <a:lnTo>
                    <a:pt x="0" y="3497190"/>
                  </a:lnTo>
                  <a:lnTo>
                    <a:pt x="1741253" y="3497190"/>
                  </a:lnTo>
                  <a:lnTo>
                    <a:pt x="468380" y="0"/>
                  </a:lnTo>
                  <a:close/>
                </a:path>
              </a:pathLst>
            </a:custGeom>
            <a:solidFill>
              <a:srgbClr val="FFFFFF">
                <a:alpha val="26599"/>
              </a:srgbClr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2" name="object 4">
              <a:extLst>
                <a:ext uri="{FF2B5EF4-FFF2-40B4-BE49-F238E27FC236}">
                  <a16:creationId xmlns:a16="http://schemas.microsoft.com/office/drawing/2014/main" id="{C2F3EF76-1AC1-44A5-B679-8847B863B43B}"/>
                </a:ext>
              </a:extLst>
            </p:cNvPr>
            <p:cNvSpPr/>
            <p:nvPr/>
          </p:nvSpPr>
          <p:spPr bwMode="gray">
            <a:xfrm>
              <a:off x="0" y="2884322"/>
              <a:ext cx="2172335" cy="3973829"/>
            </a:xfrm>
            <a:custGeom>
              <a:avLst/>
              <a:gdLst/>
              <a:ahLst/>
              <a:cxnLst/>
              <a:rect l="l" t="t" r="r" b="b"/>
              <a:pathLst>
                <a:path w="2172335" h="3973829">
                  <a:moveTo>
                    <a:pt x="0" y="0"/>
                  </a:moveTo>
                  <a:lnTo>
                    <a:pt x="2171750" y="0"/>
                  </a:lnTo>
                  <a:lnTo>
                    <a:pt x="725450" y="3973677"/>
                  </a:lnTo>
                  <a:lnTo>
                    <a:pt x="0" y="3973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5399"/>
              </a:srgbClr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16" name="object 4">
            <a:extLst>
              <a:ext uri="{FF2B5EF4-FFF2-40B4-BE49-F238E27FC236}">
                <a16:creationId xmlns:a16="http://schemas.microsoft.com/office/drawing/2014/main" id="{8AF0D388-826A-4F40-A2A0-727FD239626F}"/>
              </a:ext>
            </a:extLst>
          </p:cNvPr>
          <p:cNvSpPr>
            <a:spLocks/>
          </p:cNvSpPr>
          <p:nvPr userDrawn="1"/>
        </p:nvSpPr>
        <p:spPr>
          <a:xfrm>
            <a:off x="11372057" y="6483369"/>
            <a:ext cx="0" cy="138499"/>
          </a:xfrm>
          <a:custGeom>
            <a:avLst/>
            <a:gdLst/>
            <a:ahLst/>
            <a:cxnLst/>
            <a:rect l="l" t="t" r="r" b="b"/>
            <a:pathLst>
              <a:path h="117475">
                <a:moveTo>
                  <a:pt x="0" y="0"/>
                </a:moveTo>
                <a:lnTo>
                  <a:pt x="0" y="117005"/>
                </a:lnTo>
              </a:path>
            </a:pathLst>
          </a:custGeom>
          <a:ln w="6350">
            <a:solidFill>
              <a:schemeClr val="tx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>
              <a:solidFill>
                <a:schemeClr val="tx2"/>
              </a:solidFill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58A05D75-9356-418D-9432-11EF95B0388A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496962" y="6483367"/>
            <a:ext cx="141064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b">
            <a:spAutoFit/>
          </a:bodyPr>
          <a:lstStyle/>
          <a:p>
            <a:pPr algn="r" defTabSz="610797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97"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en-US" sz="900" b="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45667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552691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3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 bwMode="gray">
          <a:xfrm>
            <a:off x="1505712" y="3568157"/>
            <a:ext cx="9180576" cy="511294"/>
          </a:xfrm>
          <a:prstGeom prst="rect">
            <a:avLst/>
          </a:prstGeom>
        </p:spPr>
        <p:txBody>
          <a:bodyPr vert="horz">
            <a:spAutoFit/>
          </a:bodyPr>
          <a:lstStyle>
            <a:lvl1pPr rtl="0">
              <a:lnSpc>
                <a:spcPct val="105000"/>
              </a:lnSpc>
              <a:defRPr sz="3400"/>
            </a:lvl1pPr>
          </a:lstStyle>
          <a:p>
            <a:r>
              <a:rPr lang="en-US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 bwMode="gray">
          <a:xfrm>
            <a:off x="1505712" y="4177951"/>
            <a:ext cx="91805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40" indent="0" algn="ctr">
              <a:buNone/>
              <a:defRPr sz="2000"/>
            </a:lvl2pPr>
            <a:lvl3pPr marL="914479" indent="0" algn="ctr">
              <a:buNone/>
              <a:defRPr sz="1800"/>
            </a:lvl3pPr>
            <a:lvl4pPr marL="1371719" indent="0" algn="ctr">
              <a:buNone/>
              <a:defRPr sz="1600"/>
            </a:lvl4pPr>
            <a:lvl5pPr marL="1828959" indent="0" algn="ctr">
              <a:buNone/>
              <a:defRPr sz="1600"/>
            </a:lvl5pPr>
            <a:lvl6pPr marL="2286198" indent="0" algn="ctr">
              <a:buNone/>
              <a:defRPr sz="1600"/>
            </a:lvl6pPr>
            <a:lvl7pPr marL="2743438" indent="0" algn="ctr">
              <a:buNone/>
              <a:defRPr sz="1600"/>
            </a:lvl7pPr>
            <a:lvl8pPr marL="3200677" indent="0" algn="ctr">
              <a:buNone/>
              <a:defRPr sz="1600"/>
            </a:lvl8pPr>
            <a:lvl9pPr marL="3657917" indent="0" algn="ctr">
              <a:buNone/>
              <a:defRPr sz="1600"/>
            </a:lvl9pPr>
          </a:lstStyle>
          <a:p>
            <a:r>
              <a:rPr lang="en-US"/>
              <a:t>Click to add quote source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gray">
          <a:xfrm>
            <a:off x="554737" y="6501671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556D1499-3230-4098-85B2-D4CC7CA621F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 bwMode="gray">
          <a:xfrm>
            <a:off x="554736" y="41600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03A905B4-0DD9-4C57-9EB6-D40F93DA04FE}"/>
              </a:ext>
            </a:extLst>
          </p:cNvPr>
          <p:cNvSpPr>
            <a:spLocks/>
          </p:cNvSpPr>
          <p:nvPr userDrawn="1"/>
        </p:nvSpPr>
        <p:spPr bwMode="gray">
          <a:xfrm>
            <a:off x="11372057" y="6483369"/>
            <a:ext cx="0" cy="138499"/>
          </a:xfrm>
          <a:custGeom>
            <a:avLst/>
            <a:gdLst/>
            <a:ahLst/>
            <a:cxnLst/>
            <a:rect l="l" t="t" r="r" b="b"/>
            <a:pathLst>
              <a:path h="117475">
                <a:moveTo>
                  <a:pt x="0" y="0"/>
                </a:moveTo>
                <a:lnTo>
                  <a:pt x="0" y="117005"/>
                </a:lnTo>
              </a:path>
            </a:pathLst>
          </a:custGeom>
          <a:ln w="6350">
            <a:solidFill>
              <a:srgbClr val="EF7D1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126CA331-9640-459F-8710-01E28CCAA892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gray">
          <a:xfrm>
            <a:off x="11496962" y="6483367"/>
            <a:ext cx="141064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b">
            <a:spAutoFit/>
          </a:bodyPr>
          <a:lstStyle/>
          <a:p>
            <a:pPr lvl="0" algn="r" defTabSz="610797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en-US" sz="900" b="0" smtClean="0">
                <a:solidFill>
                  <a:schemeClr val="accent3"/>
                </a:solidFill>
                <a:cs typeface="Arial" panose="020B0604020202020204" pitchFamily="34" charset="0"/>
              </a:rPr>
              <a:pPr lvl="0" algn="r" defTabSz="610797" fontAlgn="auto">
                <a:spcBef>
                  <a:spcPts val="0"/>
                </a:spcBef>
                <a:spcAft>
                  <a:spcPts val="0"/>
                </a:spcAft>
              </a:pPr>
              <a:t>‹nr.›</a:t>
            </a:fld>
            <a:endParaRPr lang="en-US" sz="900" b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2213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909172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gray">
          <a:xfrm>
            <a:off x="554737" y="6501671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 bwMode="gray">
          <a:xfrm>
            <a:off x="554736" y="41600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grpSp>
        <p:nvGrpSpPr>
          <p:cNvPr id="3" name="Gruppieren 1">
            <a:extLst>
              <a:ext uri="{FF2B5EF4-FFF2-40B4-BE49-F238E27FC236}">
                <a16:creationId xmlns:a16="http://schemas.microsoft.com/office/drawing/2014/main" id="{DEF799FB-CC49-7E09-E9F0-A5018471AD5C}"/>
              </a:ext>
            </a:extLst>
          </p:cNvPr>
          <p:cNvGrpSpPr/>
          <p:nvPr userDrawn="1"/>
        </p:nvGrpSpPr>
        <p:grpSpPr>
          <a:xfrm>
            <a:off x="728267" y="6089101"/>
            <a:ext cx="6036945" cy="532765"/>
            <a:chOff x="0" y="0"/>
            <a:chExt cx="6036945" cy="532765"/>
          </a:xfrm>
        </p:grpSpPr>
        <p:pic>
          <p:nvPicPr>
            <p:cNvPr id="4" name="Grafik 4" descr="Ein Bild, das Grafiken, Grafikdesign, Screenshot, Farbigkeit enthält.">
              <a:extLst>
                <a:ext uri="{FF2B5EF4-FFF2-40B4-BE49-F238E27FC236}">
                  <a16:creationId xmlns:a16="http://schemas.microsoft.com/office/drawing/2014/main" id="{053F5D4B-B712-250A-F467-C30C3BFEC9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8750" y="0"/>
              <a:ext cx="1076325" cy="5327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rafik 6" descr="Ein Bild, das Grafiken, Schrift, Grafikdesign, Logo enthält.&#10;&#10;KI-generierte Inhalte können fehlerhaft sein.">
              <a:extLst>
                <a:ext uri="{FF2B5EF4-FFF2-40B4-BE49-F238E27FC236}">
                  <a16:creationId xmlns:a16="http://schemas.microsoft.com/office/drawing/2014/main" id="{7CE0A251-D3A7-AB3F-E36B-CAC3F7E68B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95250"/>
              <a:ext cx="1158875" cy="4241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rafik 7" descr="Ein Bild, das Grafiken, Logo, Schrift, Grafikdesign enthält.&#10;&#10;KI-generierte Inhalte können fehlerhaft sein.">
              <a:extLst>
                <a:ext uri="{FF2B5EF4-FFF2-40B4-BE49-F238E27FC236}">
                  <a16:creationId xmlns:a16="http://schemas.microsoft.com/office/drawing/2014/main" id="{6BD78FFD-8AAE-E1B0-E832-93FE7A170D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3350" y="203200"/>
              <a:ext cx="1454150" cy="298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rafik 8" descr="Ein Bild, das Schrift, Grafiken, Grafikdesign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13060CB2-36C0-3B57-EC85-4C05A52A2C0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3550" y="215900"/>
              <a:ext cx="1763395" cy="21907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71669410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a_Content with norm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46"/>
          <p:cNvSpPr>
            <a:spLocks noGrp="1"/>
          </p:cNvSpPr>
          <p:nvPr>
            <p:ph type="ftr" sz="quarter" idx="3"/>
          </p:nvPr>
        </p:nvSpPr>
        <p:spPr>
          <a:xfrm>
            <a:off x="9296400" y="6282000"/>
            <a:ext cx="2006600" cy="196850"/>
          </a:xfrm>
          <a:prstGeom prst="rect">
            <a:avLst/>
          </a:prstGeom>
        </p:spPr>
        <p:txBody>
          <a:bodyPr vert="horz" wrap="none" lIns="0" tIns="45720" rIns="0" bIns="0" rtlCol="0" anchor="ctr"/>
          <a:lstStyle>
            <a:lvl1pPr algn="r">
              <a:defRPr sz="900">
                <a:solidFill>
                  <a:srgbClr val="364D54"/>
                </a:solidFill>
                <a:latin typeface="Arial"/>
                <a:cs typeface="Arial"/>
              </a:defRPr>
            </a:lvl1pPr>
          </a:lstStyle>
          <a:p>
            <a:r>
              <a:rPr lang="en-GB" spc="10">
                <a:solidFill>
                  <a:srgbClr val="394D55"/>
                </a:solidFill>
              </a:rPr>
              <a:t>Title of presentation</a:t>
            </a:r>
            <a:endParaRPr lang="en-GB"/>
          </a:p>
        </p:txBody>
      </p:sp>
      <p:sp>
        <p:nvSpPr>
          <p:cNvPr id="10" name="Titelplatzhalter 10"/>
          <p:cNvSpPr>
            <a:spLocks noGrp="1"/>
          </p:cNvSpPr>
          <p:nvPr>
            <p:ph type="title" hasCustomPrompt="1"/>
          </p:nvPr>
        </p:nvSpPr>
        <p:spPr>
          <a:xfrm>
            <a:off x="914400" y="862608"/>
            <a:ext cx="9448800" cy="838200"/>
          </a:xfrm>
          <a:prstGeom prst="rect">
            <a:avLst/>
          </a:prstGeom>
        </p:spPr>
        <p:txBody>
          <a:bodyPr vert="horz" lIns="0" tIns="45720" rIns="0" bIns="0" rtlCol="0" anchor="t">
            <a:normAutofit/>
          </a:bodyPr>
          <a:lstStyle>
            <a:lvl1pPr>
              <a:defRPr sz="2200"/>
            </a:lvl1pPr>
          </a:lstStyle>
          <a:p>
            <a:r>
              <a:rPr lang="en-GB"/>
              <a:t>Continuing page of text with a dark grey heading that may also be two lines long</a:t>
            </a:r>
            <a:endParaRPr lang="de-DE"/>
          </a:p>
        </p:txBody>
      </p:sp>
      <p:sp>
        <p:nvSpPr>
          <p:cNvPr id="6" name="Foliennummernplatzhalter 47"/>
          <p:cNvSpPr>
            <a:spLocks noGrp="1"/>
          </p:cNvSpPr>
          <p:nvPr>
            <p:ph type="sldNum" sz="quarter" idx="4"/>
          </p:nvPr>
        </p:nvSpPr>
        <p:spPr>
          <a:xfrm>
            <a:off x="11556000" y="6248400"/>
            <a:ext cx="406400" cy="228601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9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fld id="{AA9A3908-7F79-4C4B-AE42-4EC7140DD77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06C2D-766B-468F-9DD8-8746F30BC1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1952600"/>
            <a:ext cx="9790112" cy="3636000"/>
          </a:xfrm>
          <a:prstGeom prst="rect">
            <a:avLst/>
          </a:prstGeom>
        </p:spPr>
        <p:txBody>
          <a:bodyPr/>
          <a:lstStyle>
            <a:lvl1pPr marL="0" marR="5080" indent="0" algn="l" defTabSz="457200" rtl="0" eaLnBrk="1" fontAlgn="auto" latinLnBrk="0" hangingPunct="1">
              <a:lnSpc>
                <a:spcPts val="2320"/>
              </a:lnSpc>
              <a:spcBef>
                <a:spcPts val="1000"/>
              </a:spcBef>
              <a:spcAft>
                <a:spcPts val="0"/>
              </a:spcAft>
              <a:buClr>
                <a:srgbClr val="FF7300"/>
              </a:buClr>
              <a:buSzTx/>
              <a:buFont typeface="Arial" panose="020B0604020202020204" pitchFamily="34" charset="0"/>
              <a:buNone/>
              <a:tabLst>
                <a:tab pos="237490" algn="l"/>
              </a:tabLst>
              <a:defRPr sz="16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1350" indent="0">
              <a:lnSpc>
                <a:spcPts val="1500"/>
              </a:lnSpc>
              <a:spcBef>
                <a:spcPts val="1000"/>
              </a:spcBef>
              <a:buClr>
                <a:srgbClr val="FF7300"/>
              </a:buClr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16000"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—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spcBef>
                <a:spcPts val="1000"/>
              </a:spcBef>
              <a:buClr>
                <a:srgbClr val="FF7300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This is a dummy text, meaning that no final version is available yet. This text is only meant to serve as a kind of place marker, which will later be replaced by the finished text.</a:t>
            </a:r>
          </a:p>
          <a:p>
            <a:pPr marL="0" marR="5080" lvl="0" indent="0" algn="l" defTabSz="457200" rtl="0" eaLnBrk="1" fontAlgn="auto" latinLnBrk="0" hangingPunct="1">
              <a:lnSpc>
                <a:spcPts val="2320"/>
              </a:lnSpc>
              <a:spcBef>
                <a:spcPts val="1000"/>
              </a:spcBef>
              <a:spcAft>
                <a:spcPts val="0"/>
              </a:spcAft>
              <a:buClr>
                <a:srgbClr val="FF7300"/>
              </a:buClr>
              <a:buSzTx/>
              <a:buFont typeface="Arial" panose="020B0604020202020204" pitchFamily="34" charset="0"/>
              <a:buNone/>
              <a:tabLst>
                <a:tab pos="237490" algn="l"/>
              </a:tabLst>
              <a:defRPr/>
            </a:pPr>
            <a:r>
              <a:rPr lang="en-GB"/>
              <a:t>This is a dummy text, meaning that no final version is available yet. This text is only meant to serve as a kind of place marker, which will later be replaced by the finished text.</a:t>
            </a:r>
            <a:endParaRPr lang="de-DE"/>
          </a:p>
          <a:p>
            <a:pPr marL="0" marR="5080" lvl="0" indent="0" algn="l" defTabSz="457200" rtl="0" eaLnBrk="1" fontAlgn="auto" latinLnBrk="0" hangingPunct="1">
              <a:lnSpc>
                <a:spcPts val="2320"/>
              </a:lnSpc>
              <a:spcBef>
                <a:spcPts val="1000"/>
              </a:spcBef>
              <a:spcAft>
                <a:spcPts val="0"/>
              </a:spcAft>
              <a:buClr>
                <a:srgbClr val="FF7300"/>
              </a:buClr>
              <a:buSzTx/>
              <a:buFont typeface="Arial" panose="020B0604020202020204" pitchFamily="34" charset="0"/>
              <a:buNone/>
              <a:tabLst>
                <a:tab pos="237490" algn="l"/>
              </a:tabLst>
              <a:defRPr/>
            </a:pPr>
            <a:r>
              <a:rPr lang="en-GB"/>
              <a:t>This is a dummy text, meaning that no final version is available yet. This text is only meant to serve as a kind of place marker, which will later be replaced by the finished text.</a:t>
            </a:r>
            <a:endParaRPr lang="de-DE"/>
          </a:p>
          <a:p>
            <a:pPr marL="0" marR="5080" lvl="0" indent="0" algn="l" defTabSz="457200" rtl="0" eaLnBrk="1" fontAlgn="auto" latinLnBrk="0" hangingPunct="1">
              <a:lnSpc>
                <a:spcPts val="2320"/>
              </a:lnSpc>
              <a:spcBef>
                <a:spcPts val="1000"/>
              </a:spcBef>
              <a:spcAft>
                <a:spcPts val="0"/>
              </a:spcAft>
              <a:buClr>
                <a:srgbClr val="FF7300"/>
              </a:buClr>
              <a:buSzTx/>
              <a:buFont typeface="Arial" panose="020B0604020202020204" pitchFamily="34" charset="0"/>
              <a:buNone/>
              <a:tabLst>
                <a:tab pos="237490" algn="l"/>
              </a:tabLst>
              <a:defRPr/>
            </a:pPr>
            <a:r>
              <a:rPr lang="en-GB"/>
              <a:t>This is a dummy text, meaning that no final version is available yet. This text is only meant to serve as a kind of place marker, which will later be replaced by the finished text.</a:t>
            </a:r>
            <a:endParaRPr lang="de-DE"/>
          </a:p>
          <a:p>
            <a:pPr marL="0" marR="5080" lvl="0" indent="0" algn="l" defTabSz="457200" rtl="0" eaLnBrk="1" fontAlgn="auto" latinLnBrk="0" hangingPunct="1">
              <a:lnSpc>
                <a:spcPts val="2320"/>
              </a:lnSpc>
              <a:spcBef>
                <a:spcPts val="1000"/>
              </a:spcBef>
              <a:spcAft>
                <a:spcPts val="0"/>
              </a:spcAft>
              <a:buClr>
                <a:srgbClr val="FF7300"/>
              </a:buClr>
              <a:buSzTx/>
              <a:buFont typeface="Arial" panose="020B0604020202020204" pitchFamily="34" charset="0"/>
              <a:buNone/>
              <a:tabLst>
                <a:tab pos="237490" algn="l"/>
              </a:tabLst>
              <a:defRPr/>
            </a:pPr>
            <a:r>
              <a:rPr lang="en-GB"/>
              <a:t>This is a dummy text, meaning that no final version is available yet. This text is only meant to serve as a kind of place marker, which will later be replaced by the finished text.</a:t>
            </a:r>
            <a:endParaRPr lang="de-DE"/>
          </a:p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16410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with normal text + graphics in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46"/>
          <p:cNvSpPr>
            <a:spLocks noGrp="1"/>
          </p:cNvSpPr>
          <p:nvPr>
            <p:ph type="ftr" sz="quarter" idx="3"/>
          </p:nvPr>
        </p:nvSpPr>
        <p:spPr>
          <a:xfrm>
            <a:off x="9296400" y="6282000"/>
            <a:ext cx="2006600" cy="196850"/>
          </a:xfrm>
          <a:prstGeom prst="rect">
            <a:avLst/>
          </a:prstGeom>
        </p:spPr>
        <p:txBody>
          <a:bodyPr vert="horz" wrap="none" lIns="0" tIns="45720" rIns="0" bIns="0" rtlCol="0" anchor="ctr"/>
          <a:lstStyle>
            <a:lvl1pPr algn="r">
              <a:defRPr sz="900">
                <a:solidFill>
                  <a:srgbClr val="364D54"/>
                </a:solidFill>
                <a:latin typeface="Arial"/>
                <a:cs typeface="Arial"/>
              </a:defRPr>
            </a:lvl1pPr>
          </a:lstStyle>
          <a:p>
            <a:r>
              <a:rPr lang="en-GB" spc="10">
                <a:solidFill>
                  <a:srgbClr val="394D55"/>
                </a:solidFill>
              </a:rPr>
              <a:t>Title of presentation</a:t>
            </a:r>
            <a:endParaRPr lang="en-GB"/>
          </a:p>
        </p:txBody>
      </p:sp>
      <p:sp>
        <p:nvSpPr>
          <p:cNvPr id="10" name="Titelplatzhalter 10"/>
          <p:cNvSpPr>
            <a:spLocks noGrp="1"/>
          </p:cNvSpPr>
          <p:nvPr>
            <p:ph type="title" hasCustomPrompt="1"/>
          </p:nvPr>
        </p:nvSpPr>
        <p:spPr>
          <a:xfrm>
            <a:off x="914400" y="862608"/>
            <a:ext cx="9448800" cy="838200"/>
          </a:xfrm>
          <a:prstGeom prst="rect">
            <a:avLst/>
          </a:prstGeom>
        </p:spPr>
        <p:txBody>
          <a:bodyPr vert="horz" lIns="0" tIns="45720" rIns="0" bIns="0" rtlCol="0" anchor="t">
            <a:normAutofit/>
          </a:bodyPr>
          <a:lstStyle>
            <a:lvl1pPr>
              <a:defRPr sz="2200"/>
            </a:lvl1pPr>
          </a:lstStyle>
          <a:p>
            <a:r>
              <a:rPr lang="en-GB"/>
              <a:t>Continuing page of text with a dark grey heading that may also be two lines long</a:t>
            </a:r>
            <a:endParaRPr lang="de-DE"/>
          </a:p>
        </p:txBody>
      </p:sp>
      <p:sp>
        <p:nvSpPr>
          <p:cNvPr id="6" name="Foliennummernplatzhalter 47"/>
          <p:cNvSpPr>
            <a:spLocks noGrp="1"/>
          </p:cNvSpPr>
          <p:nvPr>
            <p:ph type="sldNum" sz="quarter" idx="4"/>
          </p:nvPr>
        </p:nvSpPr>
        <p:spPr>
          <a:xfrm>
            <a:off x="11556000" y="6248400"/>
            <a:ext cx="406400" cy="228601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9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fld id="{AA9A3908-7F79-4C4B-AE42-4EC7140DD77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06C2D-766B-468F-9DD8-8746F30BC1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1952600"/>
            <a:ext cx="9792000" cy="3636000"/>
          </a:xfrm>
          <a:prstGeom prst="rect">
            <a:avLst/>
          </a:prstGeom>
        </p:spPr>
        <p:txBody>
          <a:bodyPr/>
          <a:lstStyle>
            <a:lvl1pPr marL="0" marR="5080" indent="0" algn="l" defTabSz="457200" rtl="0" eaLnBrk="1" fontAlgn="auto" latinLnBrk="0" hangingPunct="1">
              <a:lnSpc>
                <a:spcPts val="2320"/>
              </a:lnSpc>
              <a:spcBef>
                <a:spcPts val="1000"/>
              </a:spcBef>
              <a:spcAft>
                <a:spcPts val="0"/>
              </a:spcAft>
              <a:buClr>
                <a:srgbClr val="FF7300"/>
              </a:buClr>
              <a:buSzTx/>
              <a:buFont typeface="Arial" panose="020B0604020202020204" pitchFamily="34" charset="0"/>
              <a:buNone/>
              <a:tabLst>
                <a:tab pos="237490" algn="l"/>
              </a:tabLst>
              <a:defRPr sz="16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1350" indent="0">
              <a:lnSpc>
                <a:spcPts val="1500"/>
              </a:lnSpc>
              <a:spcBef>
                <a:spcPts val="1000"/>
              </a:spcBef>
              <a:buClr>
                <a:srgbClr val="FF7300"/>
              </a:buClr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16000"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—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spcBef>
                <a:spcPts val="1000"/>
              </a:spcBef>
              <a:buClr>
                <a:srgbClr val="FF7300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This is a dummy text, meaning that no final version is available yet. This text is only meant to serve as a kind of place marker, which will later be replaced by the finished text.</a:t>
            </a:r>
          </a:p>
          <a:p>
            <a:pPr marL="0" marR="5080" lvl="0" indent="0" algn="l" defTabSz="457200" rtl="0" eaLnBrk="1" fontAlgn="auto" latinLnBrk="0" hangingPunct="1">
              <a:lnSpc>
                <a:spcPts val="2320"/>
              </a:lnSpc>
              <a:spcBef>
                <a:spcPts val="1000"/>
              </a:spcBef>
              <a:spcAft>
                <a:spcPts val="0"/>
              </a:spcAft>
              <a:buClr>
                <a:srgbClr val="FF7300"/>
              </a:buClr>
              <a:buSzTx/>
              <a:buFont typeface="Arial" panose="020B0604020202020204" pitchFamily="34" charset="0"/>
              <a:buNone/>
              <a:tabLst>
                <a:tab pos="237490" algn="l"/>
              </a:tabLst>
              <a:defRPr/>
            </a:pPr>
            <a:r>
              <a:rPr lang="en-GB"/>
              <a:t>This is a dummy text, meaning that no final version is available yet. This text is only meant to serve as a kind of place marker, which will later be replaced by the finished text.</a:t>
            </a:r>
            <a:endParaRPr lang="de-DE"/>
          </a:p>
          <a:p>
            <a:pPr marL="0" marR="5080" lvl="0" indent="0" algn="l" defTabSz="457200" rtl="0" eaLnBrk="1" fontAlgn="auto" latinLnBrk="0" hangingPunct="1">
              <a:lnSpc>
                <a:spcPts val="2320"/>
              </a:lnSpc>
              <a:spcBef>
                <a:spcPts val="1000"/>
              </a:spcBef>
              <a:spcAft>
                <a:spcPts val="0"/>
              </a:spcAft>
              <a:buClr>
                <a:srgbClr val="FF7300"/>
              </a:buClr>
              <a:buSzTx/>
              <a:buFont typeface="Arial" panose="020B0604020202020204" pitchFamily="34" charset="0"/>
              <a:buNone/>
              <a:tabLst>
                <a:tab pos="237490" algn="l"/>
              </a:tabLst>
              <a:defRPr/>
            </a:pPr>
            <a:r>
              <a:rPr lang="en-GB"/>
              <a:t>This is a dummy text, meaning that no final version is available yet. This text is only meant to serve as a kind of place marker, which will later be replaced by the finished text.</a:t>
            </a:r>
            <a:endParaRPr lang="de-DE"/>
          </a:p>
          <a:p>
            <a:pPr marL="0" marR="5080" lvl="0" indent="0" algn="l" defTabSz="457200" rtl="0" eaLnBrk="1" fontAlgn="auto" latinLnBrk="0" hangingPunct="1">
              <a:lnSpc>
                <a:spcPts val="2320"/>
              </a:lnSpc>
              <a:spcBef>
                <a:spcPts val="1000"/>
              </a:spcBef>
              <a:spcAft>
                <a:spcPts val="0"/>
              </a:spcAft>
              <a:buClr>
                <a:srgbClr val="FF7300"/>
              </a:buClr>
              <a:buSzTx/>
              <a:buFont typeface="Arial" panose="020B0604020202020204" pitchFamily="34" charset="0"/>
              <a:buNone/>
              <a:tabLst>
                <a:tab pos="237490" algn="l"/>
              </a:tabLst>
              <a:defRPr/>
            </a:pPr>
            <a:r>
              <a:rPr lang="en-GB"/>
              <a:t>This is a dummy text, meaning that no final version is available yet. This text is only meant to serve as a kind of place marker, which will later be replaced by the finished text.</a:t>
            </a:r>
            <a:endParaRPr lang="de-DE"/>
          </a:p>
          <a:p>
            <a:pPr marL="0" marR="5080" lvl="0" indent="0" algn="l" defTabSz="457200" rtl="0" eaLnBrk="1" fontAlgn="auto" latinLnBrk="0" hangingPunct="1">
              <a:lnSpc>
                <a:spcPts val="2320"/>
              </a:lnSpc>
              <a:spcBef>
                <a:spcPts val="1000"/>
              </a:spcBef>
              <a:spcAft>
                <a:spcPts val="0"/>
              </a:spcAft>
              <a:buClr>
                <a:srgbClr val="FF7300"/>
              </a:buClr>
              <a:buSzTx/>
              <a:buFont typeface="Arial" panose="020B0604020202020204" pitchFamily="34" charset="0"/>
              <a:buNone/>
              <a:tabLst>
                <a:tab pos="237490" algn="l"/>
              </a:tabLst>
              <a:defRPr/>
            </a:pPr>
            <a:r>
              <a:rPr lang="en-GB"/>
              <a:t>This is a dummy text, meaning that no final version is available yet. This text is only meant to serve as a kind of place marker, which will later be replaced by the finished text.</a:t>
            </a:r>
            <a:endParaRPr lang="de-DE"/>
          </a:p>
          <a:p>
            <a:pPr lvl="0"/>
            <a:endParaRPr lang="de-DE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3FE819F-5834-4C3E-A5C6-5BDF0FC6E46B}"/>
              </a:ext>
            </a:extLst>
          </p:cNvPr>
          <p:cNvGrpSpPr/>
          <p:nvPr userDrawn="1"/>
        </p:nvGrpSpPr>
        <p:grpSpPr>
          <a:xfrm>
            <a:off x="0" y="5964940"/>
            <a:ext cx="9078301" cy="535703"/>
            <a:chOff x="0" y="5964940"/>
            <a:chExt cx="9078301" cy="53570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3034290-09A2-4602-A8E9-107E7742B48D}"/>
                </a:ext>
              </a:extLst>
            </p:cNvPr>
            <p:cNvGrpSpPr/>
            <p:nvPr userDrawn="1"/>
          </p:nvGrpSpPr>
          <p:grpSpPr>
            <a:xfrm>
              <a:off x="8906480" y="5964940"/>
              <a:ext cx="171821" cy="171821"/>
              <a:chOff x="10960096" y="4204963"/>
              <a:chExt cx="405867" cy="405866"/>
            </a:xfrm>
          </p:grpSpPr>
          <p:sp>
            <p:nvSpPr>
              <p:cNvPr id="104" name="object 26">
                <a:extLst>
                  <a:ext uri="{FF2B5EF4-FFF2-40B4-BE49-F238E27FC236}">
                    <a16:creationId xmlns:a16="http://schemas.microsoft.com/office/drawing/2014/main" id="{BD81D32F-6CA7-479D-BD5D-A12ED4E2DDED}"/>
                  </a:ext>
                </a:extLst>
              </p:cNvPr>
              <p:cNvSpPr/>
              <p:nvPr userDrawn="1"/>
            </p:nvSpPr>
            <p:spPr>
              <a:xfrm>
                <a:off x="11162878" y="4204963"/>
                <a:ext cx="0" cy="64807"/>
              </a:xfrm>
              <a:custGeom>
                <a:avLst/>
                <a:gdLst/>
                <a:ahLst/>
                <a:cxnLst/>
                <a:rect l="l" t="t" r="r" b="b"/>
                <a:pathLst>
                  <a:path h="78739">
                    <a:moveTo>
                      <a:pt x="0" y="78371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5" name="object 27">
                <a:extLst>
                  <a:ext uri="{FF2B5EF4-FFF2-40B4-BE49-F238E27FC236}">
                    <a16:creationId xmlns:a16="http://schemas.microsoft.com/office/drawing/2014/main" id="{68B70203-FB65-4009-88F3-3841DE066B2E}"/>
                  </a:ext>
                </a:extLst>
              </p:cNvPr>
              <p:cNvSpPr/>
              <p:nvPr userDrawn="1"/>
            </p:nvSpPr>
            <p:spPr>
              <a:xfrm>
                <a:off x="10960096" y="4407744"/>
                <a:ext cx="64807" cy="0"/>
              </a:xfrm>
              <a:custGeom>
                <a:avLst/>
                <a:gdLst/>
                <a:ahLst/>
                <a:cxnLst/>
                <a:rect l="l" t="t" r="r" b="b"/>
                <a:pathLst>
                  <a:path w="78740">
                    <a:moveTo>
                      <a:pt x="78371" y="0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6" name="object 28">
                <a:extLst>
                  <a:ext uri="{FF2B5EF4-FFF2-40B4-BE49-F238E27FC236}">
                    <a16:creationId xmlns:a16="http://schemas.microsoft.com/office/drawing/2014/main" id="{DD0D8804-934E-40D8-956C-8C291C51FFAF}"/>
                  </a:ext>
                </a:extLst>
              </p:cNvPr>
              <p:cNvSpPr/>
              <p:nvPr userDrawn="1"/>
            </p:nvSpPr>
            <p:spPr>
              <a:xfrm>
                <a:off x="11162878" y="4546022"/>
                <a:ext cx="0" cy="64807"/>
              </a:xfrm>
              <a:custGeom>
                <a:avLst/>
                <a:gdLst/>
                <a:ahLst/>
                <a:cxnLst/>
                <a:rect l="l" t="t" r="r" b="b"/>
                <a:pathLst>
                  <a:path h="78739">
                    <a:moveTo>
                      <a:pt x="0" y="0"/>
                    </a:moveTo>
                    <a:lnTo>
                      <a:pt x="0" y="78371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7" name="object 29">
                <a:extLst>
                  <a:ext uri="{FF2B5EF4-FFF2-40B4-BE49-F238E27FC236}">
                    <a16:creationId xmlns:a16="http://schemas.microsoft.com/office/drawing/2014/main" id="{46E57CF3-E6FD-4C54-BF11-5EA500BBB8D3}"/>
                  </a:ext>
                </a:extLst>
              </p:cNvPr>
              <p:cNvSpPr/>
              <p:nvPr userDrawn="1"/>
            </p:nvSpPr>
            <p:spPr>
              <a:xfrm>
                <a:off x="11301156" y="4407744"/>
                <a:ext cx="64807" cy="0"/>
              </a:xfrm>
              <a:custGeom>
                <a:avLst/>
                <a:gdLst/>
                <a:ahLst/>
                <a:cxnLst/>
                <a:rect l="l" t="t" r="r" b="b"/>
                <a:pathLst>
                  <a:path w="78740">
                    <a:moveTo>
                      <a:pt x="0" y="0"/>
                    </a:moveTo>
                    <a:lnTo>
                      <a:pt x="78371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8" name="object 30">
                <a:extLst>
                  <a:ext uri="{FF2B5EF4-FFF2-40B4-BE49-F238E27FC236}">
                    <a16:creationId xmlns:a16="http://schemas.microsoft.com/office/drawing/2014/main" id="{6055BDDE-657C-4CFA-9785-379DA44AC24B}"/>
                  </a:ext>
                </a:extLst>
              </p:cNvPr>
              <p:cNvSpPr/>
              <p:nvPr userDrawn="1"/>
            </p:nvSpPr>
            <p:spPr>
              <a:xfrm>
                <a:off x="10998198" y="4312662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54584" y="31521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9" name="object 31">
                <a:extLst>
                  <a:ext uri="{FF2B5EF4-FFF2-40B4-BE49-F238E27FC236}">
                    <a16:creationId xmlns:a16="http://schemas.microsoft.com/office/drawing/2014/main" id="{5654E23A-AD82-4B9C-912A-43815C1EFAD8}"/>
                  </a:ext>
                </a:extLst>
              </p:cNvPr>
              <p:cNvSpPr/>
              <p:nvPr userDrawn="1"/>
            </p:nvSpPr>
            <p:spPr>
              <a:xfrm>
                <a:off x="11282630" y="4476883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0" y="0"/>
                    </a:moveTo>
                    <a:lnTo>
                      <a:pt x="54584" y="31508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0" name="object 32">
                <a:extLst>
                  <a:ext uri="{FF2B5EF4-FFF2-40B4-BE49-F238E27FC236}">
                    <a16:creationId xmlns:a16="http://schemas.microsoft.com/office/drawing/2014/main" id="{94D97A94-A7DB-4007-A8B7-52C7E0487E08}"/>
                  </a:ext>
                </a:extLst>
              </p:cNvPr>
              <p:cNvSpPr/>
              <p:nvPr userDrawn="1"/>
            </p:nvSpPr>
            <p:spPr>
              <a:xfrm>
                <a:off x="11067805" y="4243066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31508" y="54584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1" name="object 33">
                <a:extLst>
                  <a:ext uri="{FF2B5EF4-FFF2-40B4-BE49-F238E27FC236}">
                    <a16:creationId xmlns:a16="http://schemas.microsoft.com/office/drawing/2014/main" id="{47B006DB-8C45-44F7-97C2-5F46CA8F7FCC}"/>
                  </a:ext>
                </a:extLst>
              </p:cNvPr>
              <p:cNvSpPr/>
              <p:nvPr userDrawn="1"/>
            </p:nvSpPr>
            <p:spPr>
              <a:xfrm>
                <a:off x="11232017" y="4527495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0" y="0"/>
                    </a:moveTo>
                    <a:lnTo>
                      <a:pt x="31521" y="5458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2" name="object 34">
                <a:extLst>
                  <a:ext uri="{FF2B5EF4-FFF2-40B4-BE49-F238E27FC236}">
                    <a16:creationId xmlns:a16="http://schemas.microsoft.com/office/drawing/2014/main" id="{7CE76716-1CC0-4320-AE6F-7E0860B3DA50}"/>
                  </a:ext>
                </a:extLst>
              </p:cNvPr>
              <p:cNvSpPr/>
              <p:nvPr userDrawn="1"/>
            </p:nvSpPr>
            <p:spPr>
              <a:xfrm>
                <a:off x="11282630" y="4312662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0" y="31521"/>
                    </a:moveTo>
                    <a:lnTo>
                      <a:pt x="54584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3" name="object 35">
                <a:extLst>
                  <a:ext uri="{FF2B5EF4-FFF2-40B4-BE49-F238E27FC236}">
                    <a16:creationId xmlns:a16="http://schemas.microsoft.com/office/drawing/2014/main" id="{0247CD81-C3A8-4070-8557-C90DC4EC101C}"/>
                  </a:ext>
                </a:extLst>
              </p:cNvPr>
              <p:cNvSpPr/>
              <p:nvPr userDrawn="1"/>
            </p:nvSpPr>
            <p:spPr>
              <a:xfrm>
                <a:off x="10998198" y="4476883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54584" y="0"/>
                    </a:moveTo>
                    <a:lnTo>
                      <a:pt x="0" y="31508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4" name="object 36">
                <a:extLst>
                  <a:ext uri="{FF2B5EF4-FFF2-40B4-BE49-F238E27FC236}">
                    <a16:creationId xmlns:a16="http://schemas.microsoft.com/office/drawing/2014/main" id="{E9AF4791-F1DC-49B2-B95A-5FFF896B3731}"/>
                  </a:ext>
                </a:extLst>
              </p:cNvPr>
              <p:cNvSpPr/>
              <p:nvPr userDrawn="1"/>
            </p:nvSpPr>
            <p:spPr>
              <a:xfrm>
                <a:off x="11232017" y="4243066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0" y="54584"/>
                    </a:moveTo>
                    <a:lnTo>
                      <a:pt x="31521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5" name="object 37">
                <a:extLst>
                  <a:ext uri="{FF2B5EF4-FFF2-40B4-BE49-F238E27FC236}">
                    <a16:creationId xmlns:a16="http://schemas.microsoft.com/office/drawing/2014/main" id="{089E6441-6CC0-4AB3-93B8-4F7D9BC2F612}"/>
                  </a:ext>
                </a:extLst>
              </p:cNvPr>
              <p:cNvSpPr/>
              <p:nvPr userDrawn="1"/>
            </p:nvSpPr>
            <p:spPr>
              <a:xfrm>
                <a:off x="11067794" y="4527495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31521" y="0"/>
                    </a:moveTo>
                    <a:lnTo>
                      <a:pt x="0" y="5458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6" name="object 38">
                <a:extLst>
                  <a:ext uri="{FF2B5EF4-FFF2-40B4-BE49-F238E27FC236}">
                    <a16:creationId xmlns:a16="http://schemas.microsoft.com/office/drawing/2014/main" id="{4037C699-9B5C-4382-A9E3-19EB22158BFE}"/>
                  </a:ext>
                </a:extLst>
              </p:cNvPr>
              <p:cNvSpPr/>
              <p:nvPr userDrawn="1"/>
            </p:nvSpPr>
            <p:spPr>
              <a:xfrm>
                <a:off x="11062674" y="4307544"/>
                <a:ext cx="200693" cy="200693"/>
              </a:xfrm>
              <a:custGeom>
                <a:avLst/>
                <a:gdLst/>
                <a:ahLst/>
                <a:cxnLst/>
                <a:rect l="l" t="t" r="r" b="b"/>
                <a:pathLst>
                  <a:path w="243840" h="243839">
                    <a:moveTo>
                      <a:pt x="0" y="121742"/>
                    </a:moveTo>
                    <a:lnTo>
                      <a:pt x="9567" y="169130"/>
                    </a:lnTo>
                    <a:lnTo>
                      <a:pt x="35658" y="207832"/>
                    </a:lnTo>
                    <a:lnTo>
                      <a:pt x="74355" y="233927"/>
                    </a:lnTo>
                    <a:lnTo>
                      <a:pt x="121742" y="243497"/>
                    </a:lnTo>
                    <a:lnTo>
                      <a:pt x="169136" y="233927"/>
                    </a:lnTo>
                    <a:lnTo>
                      <a:pt x="207837" y="207832"/>
                    </a:lnTo>
                    <a:lnTo>
                      <a:pt x="233929" y="169130"/>
                    </a:lnTo>
                    <a:lnTo>
                      <a:pt x="243497" y="121742"/>
                    </a:lnTo>
                    <a:lnTo>
                      <a:pt x="233929" y="74355"/>
                    </a:lnTo>
                    <a:lnTo>
                      <a:pt x="207837" y="35658"/>
                    </a:lnTo>
                    <a:lnTo>
                      <a:pt x="169136" y="9567"/>
                    </a:lnTo>
                    <a:lnTo>
                      <a:pt x="121742" y="0"/>
                    </a:lnTo>
                    <a:lnTo>
                      <a:pt x="74355" y="9567"/>
                    </a:lnTo>
                    <a:lnTo>
                      <a:pt x="35658" y="35658"/>
                    </a:lnTo>
                    <a:lnTo>
                      <a:pt x="9567" y="74355"/>
                    </a:lnTo>
                    <a:lnTo>
                      <a:pt x="0" y="121742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" name="Gruppierung 14">
              <a:extLst>
                <a:ext uri="{FF2B5EF4-FFF2-40B4-BE49-F238E27FC236}">
                  <a16:creationId xmlns:a16="http://schemas.microsoft.com/office/drawing/2014/main" id="{3428626A-9C41-4CE9-9FF9-D04F1A7F5C88}"/>
                </a:ext>
              </a:extLst>
            </p:cNvPr>
            <p:cNvGrpSpPr/>
            <p:nvPr userDrawn="1"/>
          </p:nvGrpSpPr>
          <p:grpSpPr>
            <a:xfrm>
              <a:off x="0" y="6040373"/>
              <a:ext cx="9026886" cy="460270"/>
              <a:chOff x="0" y="6040373"/>
              <a:chExt cx="9026886" cy="460270"/>
            </a:xfrm>
          </p:grpSpPr>
          <p:sp>
            <p:nvSpPr>
              <p:cNvPr id="9" name="object 5">
                <a:extLst>
                  <a:ext uri="{FF2B5EF4-FFF2-40B4-BE49-F238E27FC236}">
                    <a16:creationId xmlns:a16="http://schemas.microsoft.com/office/drawing/2014/main" id="{7BE1D589-DF87-416E-AE99-9BB5F66726C8}"/>
                  </a:ext>
                </a:extLst>
              </p:cNvPr>
              <p:cNvSpPr/>
              <p:nvPr/>
            </p:nvSpPr>
            <p:spPr>
              <a:xfrm>
                <a:off x="8337530" y="6363619"/>
                <a:ext cx="17716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77165">
                    <a:moveTo>
                      <a:pt x="0" y="0"/>
                    </a:moveTo>
                    <a:lnTo>
                      <a:pt x="176809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" name="object 7">
                <a:extLst>
                  <a:ext uri="{FF2B5EF4-FFF2-40B4-BE49-F238E27FC236}">
                    <a16:creationId xmlns:a16="http://schemas.microsoft.com/office/drawing/2014/main" id="{CC7EFF18-FD5D-449C-A7FB-F0DBAC6DA21E}"/>
                  </a:ext>
                </a:extLst>
              </p:cNvPr>
              <p:cNvSpPr/>
              <p:nvPr/>
            </p:nvSpPr>
            <p:spPr>
              <a:xfrm>
                <a:off x="0" y="6363619"/>
                <a:ext cx="82473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8247380">
                    <a:moveTo>
                      <a:pt x="0" y="0"/>
                    </a:moveTo>
                    <a:lnTo>
                      <a:pt x="8247143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8">
                <a:extLst>
                  <a:ext uri="{FF2B5EF4-FFF2-40B4-BE49-F238E27FC236}">
                    <a16:creationId xmlns:a16="http://schemas.microsoft.com/office/drawing/2014/main" id="{03E25D62-0EC1-4A47-8D72-C8733987D45D}"/>
                  </a:ext>
                </a:extLst>
              </p:cNvPr>
              <p:cNvSpPr/>
              <p:nvPr/>
            </p:nvSpPr>
            <p:spPr>
              <a:xfrm>
                <a:off x="8730631" y="6227932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9">
                <a:extLst>
                  <a:ext uri="{FF2B5EF4-FFF2-40B4-BE49-F238E27FC236}">
                    <a16:creationId xmlns:a16="http://schemas.microsoft.com/office/drawing/2014/main" id="{90ACF780-64CB-43E9-B368-4D545500A965}"/>
                  </a:ext>
                </a:extLst>
              </p:cNvPr>
              <p:cNvSpPr/>
              <p:nvPr/>
            </p:nvSpPr>
            <p:spPr>
              <a:xfrm>
                <a:off x="8483920" y="6227932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10">
                <a:extLst>
                  <a:ext uri="{FF2B5EF4-FFF2-40B4-BE49-F238E27FC236}">
                    <a16:creationId xmlns:a16="http://schemas.microsoft.com/office/drawing/2014/main" id="{7C9B4290-F741-4778-BE65-BF56A54B1315}"/>
                  </a:ext>
                </a:extLst>
              </p:cNvPr>
              <p:cNvSpPr/>
              <p:nvPr/>
            </p:nvSpPr>
            <p:spPr>
              <a:xfrm>
                <a:off x="8730631" y="6121389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11">
                <a:extLst>
                  <a:ext uri="{FF2B5EF4-FFF2-40B4-BE49-F238E27FC236}">
                    <a16:creationId xmlns:a16="http://schemas.microsoft.com/office/drawing/2014/main" id="{689C50D2-2B8B-4EF0-BB5F-6646E477908C}"/>
                  </a:ext>
                </a:extLst>
              </p:cNvPr>
              <p:cNvSpPr/>
              <p:nvPr/>
            </p:nvSpPr>
            <p:spPr>
              <a:xfrm>
                <a:off x="8483920" y="6121389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2">
                <a:extLst>
                  <a:ext uri="{FF2B5EF4-FFF2-40B4-BE49-F238E27FC236}">
                    <a16:creationId xmlns:a16="http://schemas.microsoft.com/office/drawing/2014/main" id="{0AD0A35B-0A3F-4799-A0E4-985C4555DDD3}"/>
                  </a:ext>
                </a:extLst>
              </p:cNvPr>
              <p:cNvSpPr/>
              <p:nvPr/>
            </p:nvSpPr>
            <p:spPr>
              <a:xfrm>
                <a:off x="8566326" y="6060876"/>
                <a:ext cx="81915" cy="252729"/>
              </a:xfrm>
              <a:custGeom>
                <a:avLst/>
                <a:gdLst/>
                <a:ahLst/>
                <a:cxnLst/>
                <a:rect l="l" t="t" r="r" b="b"/>
                <a:pathLst>
                  <a:path w="81915" h="252729">
                    <a:moveTo>
                      <a:pt x="0" y="210934"/>
                    </a:moveTo>
                    <a:lnTo>
                      <a:pt x="40944" y="252349"/>
                    </a:lnTo>
                    <a:lnTo>
                      <a:pt x="81902" y="210934"/>
                    </a:lnTo>
                    <a:lnTo>
                      <a:pt x="81902" y="0"/>
                    </a:lnTo>
                    <a:lnTo>
                      <a:pt x="0" y="0"/>
                    </a:lnTo>
                    <a:lnTo>
                      <a:pt x="0" y="210934"/>
                    </a:lnTo>
                    <a:close/>
                  </a:path>
                </a:pathLst>
              </a:custGeom>
              <a:ln w="12699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3">
                <a:extLst>
                  <a:ext uri="{FF2B5EF4-FFF2-40B4-BE49-F238E27FC236}">
                    <a16:creationId xmlns:a16="http://schemas.microsoft.com/office/drawing/2014/main" id="{A62D371A-90A1-484C-834B-12525C42E47D}"/>
                  </a:ext>
                </a:extLst>
              </p:cNvPr>
              <p:cNvSpPr/>
              <p:nvPr/>
            </p:nvSpPr>
            <p:spPr>
              <a:xfrm>
                <a:off x="8483920" y="6167417"/>
                <a:ext cx="247015" cy="60960"/>
              </a:xfrm>
              <a:custGeom>
                <a:avLst/>
                <a:gdLst/>
                <a:ahLst/>
                <a:cxnLst/>
                <a:rect l="l" t="t" r="r" b="b"/>
                <a:pathLst>
                  <a:path w="247015" h="60960">
                    <a:moveTo>
                      <a:pt x="0" y="60515"/>
                    </a:moveTo>
                    <a:lnTo>
                      <a:pt x="246710" y="60515"/>
                    </a:lnTo>
                    <a:lnTo>
                      <a:pt x="164299" y="0"/>
                    </a:lnTo>
                    <a:lnTo>
                      <a:pt x="82410" y="0"/>
                    </a:lnTo>
                    <a:lnTo>
                      <a:pt x="0" y="60515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14">
                <a:extLst>
                  <a:ext uri="{FF2B5EF4-FFF2-40B4-BE49-F238E27FC236}">
                    <a16:creationId xmlns:a16="http://schemas.microsoft.com/office/drawing/2014/main" id="{997182C0-41F1-4261-9841-B018111CC4C9}"/>
                  </a:ext>
                </a:extLst>
              </p:cNvPr>
              <p:cNvSpPr/>
              <p:nvPr/>
            </p:nvSpPr>
            <p:spPr>
              <a:xfrm>
                <a:off x="8483920" y="6060874"/>
                <a:ext cx="247015" cy="60960"/>
              </a:xfrm>
              <a:custGeom>
                <a:avLst/>
                <a:gdLst/>
                <a:ahLst/>
                <a:cxnLst/>
                <a:rect l="l" t="t" r="r" b="b"/>
                <a:pathLst>
                  <a:path w="247015" h="60960">
                    <a:moveTo>
                      <a:pt x="0" y="60515"/>
                    </a:moveTo>
                    <a:lnTo>
                      <a:pt x="246710" y="60515"/>
                    </a:lnTo>
                    <a:lnTo>
                      <a:pt x="164299" y="0"/>
                    </a:lnTo>
                    <a:lnTo>
                      <a:pt x="82410" y="0"/>
                    </a:lnTo>
                    <a:lnTo>
                      <a:pt x="0" y="60515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" name="object 15">
                <a:extLst>
                  <a:ext uri="{FF2B5EF4-FFF2-40B4-BE49-F238E27FC236}">
                    <a16:creationId xmlns:a16="http://schemas.microsoft.com/office/drawing/2014/main" id="{848114AA-1320-4284-BC2A-69F56B18716C}"/>
                  </a:ext>
                </a:extLst>
              </p:cNvPr>
              <p:cNvSpPr/>
              <p:nvPr/>
            </p:nvSpPr>
            <p:spPr>
              <a:xfrm>
                <a:off x="8607279" y="6271811"/>
                <a:ext cx="91440" cy="92710"/>
              </a:xfrm>
              <a:custGeom>
                <a:avLst/>
                <a:gdLst/>
                <a:ahLst/>
                <a:cxnLst/>
                <a:rect l="l" t="t" r="r" b="b"/>
                <a:pathLst>
                  <a:path w="91440" h="92710">
                    <a:moveTo>
                      <a:pt x="40944" y="0"/>
                    </a:moveTo>
                    <a:lnTo>
                      <a:pt x="90995" y="92151"/>
                    </a:lnTo>
                    <a:lnTo>
                      <a:pt x="0" y="4141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16">
                <a:extLst>
                  <a:ext uri="{FF2B5EF4-FFF2-40B4-BE49-F238E27FC236}">
                    <a16:creationId xmlns:a16="http://schemas.microsoft.com/office/drawing/2014/main" id="{45360FED-850B-4376-8159-BF65EF6A5EE3}"/>
                  </a:ext>
                </a:extLst>
              </p:cNvPr>
              <p:cNvSpPr/>
              <p:nvPr/>
            </p:nvSpPr>
            <p:spPr>
              <a:xfrm>
                <a:off x="8516275" y="6271811"/>
                <a:ext cx="91440" cy="92710"/>
              </a:xfrm>
              <a:custGeom>
                <a:avLst/>
                <a:gdLst/>
                <a:ahLst/>
                <a:cxnLst/>
                <a:rect l="l" t="t" r="r" b="b"/>
                <a:pathLst>
                  <a:path w="91440" h="92710">
                    <a:moveTo>
                      <a:pt x="50050" y="0"/>
                    </a:moveTo>
                    <a:lnTo>
                      <a:pt x="0" y="92151"/>
                    </a:lnTo>
                    <a:lnTo>
                      <a:pt x="90995" y="4141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" name="object 17">
                <a:extLst>
                  <a:ext uri="{FF2B5EF4-FFF2-40B4-BE49-F238E27FC236}">
                    <a16:creationId xmlns:a16="http://schemas.microsoft.com/office/drawing/2014/main" id="{5BFC4282-151B-44C8-9580-79AA734D105F}"/>
                  </a:ext>
                </a:extLst>
              </p:cNvPr>
              <p:cNvSpPr/>
              <p:nvPr/>
            </p:nvSpPr>
            <p:spPr>
              <a:xfrm>
                <a:off x="8164555" y="6184883"/>
                <a:ext cx="254000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30479">
                    <a:moveTo>
                      <a:pt x="104901" y="0"/>
                    </a:moveTo>
                    <a:lnTo>
                      <a:pt x="149136" y="0"/>
                    </a:lnTo>
                    <a:lnTo>
                      <a:pt x="253847" y="30187"/>
                    </a:lnTo>
                    <a:lnTo>
                      <a:pt x="153835" y="30187"/>
                    </a:lnTo>
                    <a:lnTo>
                      <a:pt x="0" y="30187"/>
                    </a:lnTo>
                    <a:lnTo>
                      <a:pt x="104901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18">
                <a:extLst>
                  <a:ext uri="{FF2B5EF4-FFF2-40B4-BE49-F238E27FC236}">
                    <a16:creationId xmlns:a16="http://schemas.microsoft.com/office/drawing/2014/main" id="{E2BE76E5-07EE-4A76-91C5-429C113A92B3}"/>
                  </a:ext>
                </a:extLst>
              </p:cNvPr>
              <p:cNvSpPr/>
              <p:nvPr/>
            </p:nvSpPr>
            <p:spPr>
              <a:xfrm>
                <a:off x="8220333" y="6111744"/>
                <a:ext cx="1428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8575">
                    <a:moveTo>
                      <a:pt x="60299" y="0"/>
                    </a:moveTo>
                    <a:lnTo>
                      <a:pt x="82232" y="0"/>
                    </a:lnTo>
                    <a:lnTo>
                      <a:pt x="142328" y="28384"/>
                    </a:lnTo>
                    <a:lnTo>
                      <a:pt x="0" y="28384"/>
                    </a:lnTo>
                    <a:lnTo>
                      <a:pt x="60299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19">
                <a:extLst>
                  <a:ext uri="{FF2B5EF4-FFF2-40B4-BE49-F238E27FC236}">
                    <a16:creationId xmlns:a16="http://schemas.microsoft.com/office/drawing/2014/main" id="{9C051D4D-8462-44A9-9AAF-07ACADD11610}"/>
                  </a:ext>
                </a:extLst>
              </p:cNvPr>
              <p:cNvSpPr/>
              <p:nvPr/>
            </p:nvSpPr>
            <p:spPr>
              <a:xfrm>
                <a:off x="8246643" y="6040373"/>
                <a:ext cx="90170" cy="322580"/>
              </a:xfrm>
              <a:custGeom>
                <a:avLst/>
                <a:gdLst/>
                <a:ahLst/>
                <a:cxnLst/>
                <a:rect l="l" t="t" r="r" b="b"/>
                <a:pathLst>
                  <a:path w="90170" h="322579">
                    <a:moveTo>
                      <a:pt x="69138" y="174269"/>
                    </a:moveTo>
                    <a:lnTo>
                      <a:pt x="0" y="322478"/>
                    </a:lnTo>
                    <a:lnTo>
                      <a:pt x="44996" y="0"/>
                    </a:lnTo>
                    <a:lnTo>
                      <a:pt x="89674" y="322478"/>
                    </a:lnTo>
                    <a:lnTo>
                      <a:pt x="20612" y="174701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0">
                <a:extLst>
                  <a:ext uri="{FF2B5EF4-FFF2-40B4-BE49-F238E27FC236}">
                    <a16:creationId xmlns:a16="http://schemas.microsoft.com/office/drawing/2014/main" id="{9C32EA73-0D2F-4AAB-98BB-6B47DE276916}"/>
                  </a:ext>
                </a:extLst>
              </p:cNvPr>
              <p:cNvSpPr/>
              <p:nvPr/>
            </p:nvSpPr>
            <p:spPr>
              <a:xfrm>
                <a:off x="8497296" y="6364602"/>
                <a:ext cx="52959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529590" h="111125">
                    <a:moveTo>
                      <a:pt x="201396" y="76"/>
                    </a:moveTo>
                    <a:lnTo>
                      <a:pt x="473849" y="0"/>
                    </a:lnTo>
                    <a:lnTo>
                      <a:pt x="512968" y="16202"/>
                    </a:lnTo>
                    <a:lnTo>
                      <a:pt x="529170" y="55321"/>
                    </a:lnTo>
                    <a:lnTo>
                      <a:pt x="524823" y="76856"/>
                    </a:lnTo>
                    <a:lnTo>
                      <a:pt x="512968" y="94440"/>
                    </a:lnTo>
                    <a:lnTo>
                      <a:pt x="495384" y="106295"/>
                    </a:lnTo>
                    <a:lnTo>
                      <a:pt x="473849" y="110642"/>
                    </a:lnTo>
                    <a:lnTo>
                      <a:pt x="0" y="110642"/>
                    </a:lnTo>
                  </a:path>
                </a:pathLst>
              </a:custGeom>
              <a:ln w="12699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1">
                <a:extLst>
                  <a:ext uri="{FF2B5EF4-FFF2-40B4-BE49-F238E27FC236}">
                    <a16:creationId xmlns:a16="http://schemas.microsoft.com/office/drawing/2014/main" id="{D8211EBC-4481-42F1-93AE-487C1D00CB9D}"/>
                  </a:ext>
                </a:extLst>
              </p:cNvPr>
              <p:cNvSpPr/>
              <p:nvPr/>
            </p:nvSpPr>
            <p:spPr>
              <a:xfrm>
                <a:off x="8446492" y="6449843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0"/>
                    </a:moveTo>
                    <a:lnTo>
                      <a:pt x="15510" y="1995"/>
                    </a:lnTo>
                    <a:lnTo>
                      <a:pt x="7437" y="7437"/>
                    </a:lnTo>
                    <a:lnTo>
                      <a:pt x="1995" y="15510"/>
                    </a:lnTo>
                    <a:lnTo>
                      <a:pt x="0" y="25400"/>
                    </a:lnTo>
                    <a:lnTo>
                      <a:pt x="1995" y="35289"/>
                    </a:lnTo>
                    <a:lnTo>
                      <a:pt x="7437" y="43362"/>
                    </a:lnTo>
                    <a:lnTo>
                      <a:pt x="15510" y="48804"/>
                    </a:lnTo>
                    <a:lnTo>
                      <a:pt x="25400" y="50800"/>
                    </a:lnTo>
                    <a:lnTo>
                      <a:pt x="35289" y="48804"/>
                    </a:lnTo>
                    <a:lnTo>
                      <a:pt x="43362" y="43362"/>
                    </a:lnTo>
                    <a:lnTo>
                      <a:pt x="48804" y="35289"/>
                    </a:lnTo>
                    <a:lnTo>
                      <a:pt x="50800" y="25400"/>
                    </a:lnTo>
                    <a:lnTo>
                      <a:pt x="48804" y="15510"/>
                    </a:lnTo>
                    <a:lnTo>
                      <a:pt x="43362" y="7437"/>
                    </a:lnTo>
                    <a:lnTo>
                      <a:pt x="35289" y="1995"/>
                    </a:lnTo>
                    <a:lnTo>
                      <a:pt x="25400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D6B786F-FCF1-46BC-AB57-5A104BF83509}"/>
                </a:ext>
              </a:extLst>
            </p:cNvPr>
            <p:cNvGrpSpPr/>
            <p:nvPr userDrawn="1"/>
          </p:nvGrpSpPr>
          <p:grpSpPr>
            <a:xfrm>
              <a:off x="7807856" y="6136761"/>
              <a:ext cx="194402" cy="233814"/>
              <a:chOff x="6199448" y="5757477"/>
              <a:chExt cx="445167" cy="535418"/>
            </a:xfrm>
          </p:grpSpPr>
          <p:sp>
            <p:nvSpPr>
              <p:cNvPr id="117" name="object 9">
                <a:extLst>
                  <a:ext uri="{FF2B5EF4-FFF2-40B4-BE49-F238E27FC236}">
                    <a16:creationId xmlns:a16="http://schemas.microsoft.com/office/drawing/2014/main" id="{F32DF1E0-2137-4802-B1B4-38C52D65DD6A}"/>
                  </a:ext>
                </a:extLst>
              </p:cNvPr>
              <p:cNvSpPr/>
              <p:nvPr userDrawn="1"/>
            </p:nvSpPr>
            <p:spPr>
              <a:xfrm>
                <a:off x="6302730" y="6005107"/>
                <a:ext cx="59055" cy="54610"/>
              </a:xfrm>
              <a:custGeom>
                <a:avLst/>
                <a:gdLst/>
                <a:ahLst/>
                <a:cxnLst/>
                <a:rect l="l" t="t" r="r" b="b"/>
                <a:pathLst>
                  <a:path w="59054" h="54610">
                    <a:moveTo>
                      <a:pt x="58623" y="0"/>
                    </a:moveTo>
                    <a:lnTo>
                      <a:pt x="0" y="54051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8" name="object 10">
                <a:extLst>
                  <a:ext uri="{FF2B5EF4-FFF2-40B4-BE49-F238E27FC236}">
                    <a16:creationId xmlns:a16="http://schemas.microsoft.com/office/drawing/2014/main" id="{E053BF8E-548F-44F9-BE9C-C9382F0B558B}"/>
                  </a:ext>
                </a:extLst>
              </p:cNvPr>
              <p:cNvSpPr/>
              <p:nvPr userDrawn="1"/>
            </p:nvSpPr>
            <p:spPr>
              <a:xfrm>
                <a:off x="6571235" y="6064810"/>
                <a:ext cx="40005" cy="34290"/>
              </a:xfrm>
              <a:custGeom>
                <a:avLst/>
                <a:gdLst/>
                <a:ahLst/>
                <a:cxnLst/>
                <a:rect l="l" t="t" r="r" b="b"/>
                <a:pathLst>
                  <a:path w="40004" h="34289">
                    <a:moveTo>
                      <a:pt x="39458" y="0"/>
                    </a:moveTo>
                    <a:lnTo>
                      <a:pt x="0" y="33693"/>
                    </a:lnTo>
                  </a:path>
                </a:pathLst>
              </a:custGeom>
              <a:ln w="12699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9" name="object 11">
                <a:extLst>
                  <a:ext uri="{FF2B5EF4-FFF2-40B4-BE49-F238E27FC236}">
                    <a16:creationId xmlns:a16="http://schemas.microsoft.com/office/drawing/2014/main" id="{A4460925-3CF9-4BD1-82F6-1CC560B0168F}"/>
                  </a:ext>
                </a:extLst>
              </p:cNvPr>
              <p:cNvSpPr/>
              <p:nvPr userDrawn="1"/>
            </p:nvSpPr>
            <p:spPr>
              <a:xfrm>
                <a:off x="6199448" y="5757477"/>
                <a:ext cx="238760" cy="361315"/>
              </a:xfrm>
              <a:custGeom>
                <a:avLst/>
                <a:gdLst/>
                <a:ahLst/>
                <a:cxnLst/>
                <a:rect l="l" t="t" r="r" b="b"/>
                <a:pathLst>
                  <a:path w="238760" h="361314">
                    <a:moveTo>
                      <a:pt x="152401" y="0"/>
                    </a:moveTo>
                    <a:lnTo>
                      <a:pt x="206338" y="59621"/>
                    </a:lnTo>
                    <a:lnTo>
                      <a:pt x="232472" y="101546"/>
                    </a:lnTo>
                    <a:lnTo>
                      <a:pt x="238141" y="145618"/>
                    </a:lnTo>
                    <a:lnTo>
                      <a:pt x="230684" y="211683"/>
                    </a:lnTo>
                    <a:lnTo>
                      <a:pt x="202566" y="282121"/>
                    </a:lnTo>
                    <a:lnTo>
                      <a:pt x="155738" y="328306"/>
                    </a:lnTo>
                    <a:lnTo>
                      <a:pt x="111801" y="353570"/>
                    </a:lnTo>
                    <a:lnTo>
                      <a:pt x="92356" y="361251"/>
                    </a:lnTo>
                    <a:lnTo>
                      <a:pt x="35759" y="331100"/>
                    </a:lnTo>
                    <a:lnTo>
                      <a:pt x="7724" y="306879"/>
                    </a:lnTo>
                    <a:lnTo>
                      <a:pt x="0" y="275833"/>
                    </a:lnTo>
                    <a:lnTo>
                      <a:pt x="4332" y="225209"/>
                    </a:lnTo>
                    <a:lnTo>
                      <a:pt x="18791" y="180068"/>
                    </a:lnTo>
                    <a:lnTo>
                      <a:pt x="47033" y="134047"/>
                    </a:lnTo>
                    <a:lnTo>
                      <a:pt x="81786" y="90087"/>
                    </a:lnTo>
                    <a:lnTo>
                      <a:pt x="115780" y="51131"/>
                    </a:lnTo>
                    <a:lnTo>
                      <a:pt x="141742" y="20121"/>
                    </a:lnTo>
                    <a:lnTo>
                      <a:pt x="152401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0" name="object 12">
                <a:extLst>
                  <a:ext uri="{FF2B5EF4-FFF2-40B4-BE49-F238E27FC236}">
                    <a16:creationId xmlns:a16="http://schemas.microsoft.com/office/drawing/2014/main" id="{BE491647-7DD4-47F3-864E-2155C1BA8D19}"/>
                  </a:ext>
                </a:extLst>
              </p:cNvPr>
              <p:cNvSpPr/>
              <p:nvPr userDrawn="1"/>
            </p:nvSpPr>
            <p:spPr>
              <a:xfrm>
                <a:off x="6291800" y="5958885"/>
                <a:ext cx="29845" cy="334010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334010">
                    <a:moveTo>
                      <a:pt x="0" y="333590"/>
                    </a:moveTo>
                    <a:lnTo>
                      <a:pt x="0" y="159842"/>
                    </a:lnTo>
                    <a:lnTo>
                      <a:pt x="29337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1" name="object 13">
                <a:extLst>
                  <a:ext uri="{FF2B5EF4-FFF2-40B4-BE49-F238E27FC236}">
                    <a16:creationId xmlns:a16="http://schemas.microsoft.com/office/drawing/2014/main" id="{9F50E9B9-9DC7-447D-911E-BDFA8143D831}"/>
                  </a:ext>
                </a:extLst>
              </p:cNvPr>
              <p:cNvSpPr/>
              <p:nvPr userDrawn="1"/>
            </p:nvSpPr>
            <p:spPr>
              <a:xfrm>
                <a:off x="6509995" y="5895716"/>
                <a:ext cx="134620" cy="271780"/>
              </a:xfrm>
              <a:custGeom>
                <a:avLst/>
                <a:gdLst/>
                <a:ahLst/>
                <a:cxnLst/>
                <a:rect l="l" t="t" r="r" b="b"/>
                <a:pathLst>
                  <a:path w="134620" h="271779">
                    <a:moveTo>
                      <a:pt x="49169" y="271462"/>
                    </a:moveTo>
                    <a:lnTo>
                      <a:pt x="98809" y="244084"/>
                    </a:lnTo>
                    <a:lnTo>
                      <a:pt x="124248" y="222365"/>
                    </a:lnTo>
                    <a:lnTo>
                      <a:pt x="133490" y="194972"/>
                    </a:lnTo>
                    <a:lnTo>
                      <a:pt x="134539" y="150571"/>
                    </a:lnTo>
                    <a:lnTo>
                      <a:pt x="129037" y="97915"/>
                    </a:lnTo>
                    <a:lnTo>
                      <a:pt x="116451" y="54292"/>
                    </a:lnTo>
                    <a:lnTo>
                      <a:pt x="101517" y="21165"/>
                    </a:lnTo>
                    <a:lnTo>
                      <a:pt x="88971" y="0"/>
                    </a:lnTo>
                    <a:lnTo>
                      <a:pt x="67453" y="33982"/>
                    </a:lnTo>
                    <a:lnTo>
                      <a:pt x="53324" y="55833"/>
                    </a:lnTo>
                    <a:lnTo>
                      <a:pt x="40320" y="75025"/>
                    </a:lnTo>
                    <a:lnTo>
                      <a:pt x="22182" y="101028"/>
                    </a:lnTo>
                    <a:lnTo>
                      <a:pt x="3912" y="139522"/>
                    </a:lnTo>
                    <a:lnTo>
                      <a:pt x="0" y="183183"/>
                    </a:lnTo>
                    <a:lnTo>
                      <a:pt x="13925" y="228374"/>
                    </a:lnTo>
                    <a:lnTo>
                      <a:pt x="49169" y="271462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2" name="object 14">
                <a:extLst>
                  <a:ext uri="{FF2B5EF4-FFF2-40B4-BE49-F238E27FC236}">
                    <a16:creationId xmlns:a16="http://schemas.microsoft.com/office/drawing/2014/main" id="{7DECF443-31EC-447A-BF1E-F398348656A9}"/>
                  </a:ext>
                </a:extLst>
              </p:cNvPr>
              <p:cNvSpPr/>
              <p:nvPr userDrawn="1"/>
            </p:nvSpPr>
            <p:spPr>
              <a:xfrm>
                <a:off x="6559165" y="6040621"/>
                <a:ext cx="22860" cy="252095"/>
              </a:xfrm>
              <a:custGeom>
                <a:avLst/>
                <a:gdLst/>
                <a:ahLst/>
                <a:cxnLst/>
                <a:rect l="l" t="t" r="r" b="b"/>
                <a:pathLst>
                  <a:path w="22859" h="252095">
                    <a:moveTo>
                      <a:pt x="22250" y="0"/>
                    </a:moveTo>
                    <a:lnTo>
                      <a:pt x="0" y="126555"/>
                    </a:lnTo>
                    <a:lnTo>
                      <a:pt x="0" y="251853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67341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with normal text + summary in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46"/>
          <p:cNvSpPr>
            <a:spLocks noGrp="1"/>
          </p:cNvSpPr>
          <p:nvPr>
            <p:ph type="ftr" sz="quarter" idx="3"/>
          </p:nvPr>
        </p:nvSpPr>
        <p:spPr>
          <a:xfrm>
            <a:off x="9296400" y="6282000"/>
            <a:ext cx="2006600" cy="196850"/>
          </a:xfrm>
          <a:prstGeom prst="rect">
            <a:avLst/>
          </a:prstGeom>
        </p:spPr>
        <p:txBody>
          <a:bodyPr vert="horz" wrap="none" lIns="0" tIns="45720" rIns="0" bIns="0" rtlCol="0" anchor="ctr"/>
          <a:lstStyle>
            <a:lvl1pPr algn="r">
              <a:defRPr sz="900">
                <a:solidFill>
                  <a:srgbClr val="364D54"/>
                </a:solidFill>
                <a:latin typeface="Arial"/>
                <a:cs typeface="Arial"/>
              </a:defRPr>
            </a:lvl1pPr>
          </a:lstStyle>
          <a:p>
            <a:r>
              <a:rPr lang="en-GB" spc="10">
                <a:solidFill>
                  <a:srgbClr val="394D55"/>
                </a:solidFill>
              </a:rPr>
              <a:t>Title of presentation</a:t>
            </a:r>
            <a:endParaRPr lang="en-GB"/>
          </a:p>
        </p:txBody>
      </p:sp>
      <p:sp>
        <p:nvSpPr>
          <p:cNvPr id="10" name="Titelplatzhalter 10"/>
          <p:cNvSpPr>
            <a:spLocks noGrp="1"/>
          </p:cNvSpPr>
          <p:nvPr>
            <p:ph type="title" hasCustomPrompt="1"/>
          </p:nvPr>
        </p:nvSpPr>
        <p:spPr>
          <a:xfrm>
            <a:off x="914400" y="862608"/>
            <a:ext cx="9448800" cy="838200"/>
          </a:xfrm>
          <a:prstGeom prst="rect">
            <a:avLst/>
          </a:prstGeom>
        </p:spPr>
        <p:txBody>
          <a:bodyPr vert="horz" lIns="0" tIns="45720" rIns="0" bIns="0" rtlCol="0" anchor="t">
            <a:normAutofit/>
          </a:bodyPr>
          <a:lstStyle>
            <a:lvl1pPr>
              <a:defRPr sz="2200"/>
            </a:lvl1pPr>
          </a:lstStyle>
          <a:p>
            <a:r>
              <a:rPr lang="en-GB"/>
              <a:t>Continuing page of text with a dark grey heading that may also be two lines long</a:t>
            </a:r>
            <a:endParaRPr lang="de-DE"/>
          </a:p>
        </p:txBody>
      </p:sp>
      <p:sp>
        <p:nvSpPr>
          <p:cNvPr id="6" name="Foliennummernplatzhalter 47"/>
          <p:cNvSpPr>
            <a:spLocks noGrp="1"/>
          </p:cNvSpPr>
          <p:nvPr>
            <p:ph type="sldNum" sz="quarter" idx="4"/>
          </p:nvPr>
        </p:nvSpPr>
        <p:spPr>
          <a:xfrm>
            <a:off x="11556000" y="6248400"/>
            <a:ext cx="406400" cy="228601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9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fld id="{AA9A3908-7F79-4C4B-AE42-4EC7140DD77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06C2D-766B-468F-9DD8-8746F30BC1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1952600"/>
            <a:ext cx="9792000" cy="2978681"/>
          </a:xfrm>
          <a:prstGeom prst="rect">
            <a:avLst/>
          </a:prstGeom>
        </p:spPr>
        <p:txBody>
          <a:bodyPr/>
          <a:lstStyle>
            <a:lvl1pPr marL="0" marR="5080" indent="0" algn="l" defTabSz="457200" rtl="0" eaLnBrk="1" fontAlgn="auto" latinLnBrk="0" hangingPunct="1">
              <a:lnSpc>
                <a:spcPts val="2320"/>
              </a:lnSpc>
              <a:spcBef>
                <a:spcPts val="1000"/>
              </a:spcBef>
              <a:spcAft>
                <a:spcPts val="0"/>
              </a:spcAft>
              <a:buClr>
                <a:srgbClr val="FF7300"/>
              </a:buClr>
              <a:buSzTx/>
              <a:buFont typeface="Arial" panose="020B0604020202020204" pitchFamily="34" charset="0"/>
              <a:buNone/>
              <a:tabLst>
                <a:tab pos="237490" algn="l"/>
              </a:tabLst>
              <a:defRPr sz="16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1350" indent="0">
              <a:lnSpc>
                <a:spcPts val="1500"/>
              </a:lnSpc>
              <a:spcBef>
                <a:spcPts val="1000"/>
              </a:spcBef>
              <a:buClr>
                <a:srgbClr val="FF7300"/>
              </a:buClr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16000"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—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spcBef>
                <a:spcPts val="1000"/>
              </a:spcBef>
              <a:buClr>
                <a:srgbClr val="FF7300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This is a dummy text, meaning that no final version is available yet. This text is only meant to serve as a kind of place marker, which will later be replaced by the finished text.</a:t>
            </a:r>
          </a:p>
          <a:p>
            <a:pPr marL="0" marR="5080" lvl="0" indent="0" algn="l" defTabSz="457200" rtl="0" eaLnBrk="1" fontAlgn="auto" latinLnBrk="0" hangingPunct="1">
              <a:lnSpc>
                <a:spcPts val="2320"/>
              </a:lnSpc>
              <a:spcBef>
                <a:spcPts val="1000"/>
              </a:spcBef>
              <a:spcAft>
                <a:spcPts val="0"/>
              </a:spcAft>
              <a:buClr>
                <a:srgbClr val="FF7300"/>
              </a:buClr>
              <a:buSzTx/>
              <a:buFont typeface="Arial" panose="020B0604020202020204" pitchFamily="34" charset="0"/>
              <a:buNone/>
              <a:tabLst>
                <a:tab pos="237490" algn="l"/>
              </a:tabLst>
              <a:defRPr/>
            </a:pPr>
            <a:r>
              <a:rPr lang="en-GB"/>
              <a:t>This is a dummy text, meaning that no final version is available yet. This text is only meant to serve as a kind of place marker, which will later be replaced by the finished text.</a:t>
            </a:r>
            <a:endParaRPr lang="de-DE"/>
          </a:p>
          <a:p>
            <a:pPr marL="0" marR="5080" lvl="0" indent="0" algn="l" defTabSz="457200" rtl="0" eaLnBrk="1" fontAlgn="auto" latinLnBrk="0" hangingPunct="1">
              <a:lnSpc>
                <a:spcPts val="2320"/>
              </a:lnSpc>
              <a:spcBef>
                <a:spcPts val="1000"/>
              </a:spcBef>
              <a:spcAft>
                <a:spcPts val="0"/>
              </a:spcAft>
              <a:buClr>
                <a:srgbClr val="FF7300"/>
              </a:buClr>
              <a:buSzTx/>
              <a:buFont typeface="Arial" panose="020B0604020202020204" pitchFamily="34" charset="0"/>
              <a:buNone/>
              <a:tabLst>
                <a:tab pos="237490" algn="l"/>
              </a:tabLst>
              <a:defRPr/>
            </a:pPr>
            <a:r>
              <a:rPr lang="en-GB"/>
              <a:t>This is a dummy text, meaning that no final version is available yet. This text is only meant to serve as a kind of place marker, which will later be replaced by the finished text.</a:t>
            </a:r>
            <a:endParaRPr lang="de-DE"/>
          </a:p>
          <a:p>
            <a:pPr marL="0" marR="5080" lvl="0" indent="0" algn="l" defTabSz="457200" rtl="0" eaLnBrk="1" fontAlgn="auto" latinLnBrk="0" hangingPunct="1">
              <a:lnSpc>
                <a:spcPts val="2320"/>
              </a:lnSpc>
              <a:spcBef>
                <a:spcPts val="1000"/>
              </a:spcBef>
              <a:spcAft>
                <a:spcPts val="0"/>
              </a:spcAft>
              <a:buClr>
                <a:srgbClr val="FF7300"/>
              </a:buClr>
              <a:buSzTx/>
              <a:buFont typeface="Arial" panose="020B0604020202020204" pitchFamily="34" charset="0"/>
              <a:buNone/>
              <a:tabLst>
                <a:tab pos="237490" algn="l"/>
              </a:tabLst>
              <a:defRPr/>
            </a:pPr>
            <a:r>
              <a:rPr lang="en-GB"/>
              <a:t>This is a dummy text, meaning that no final version is available yet. This text is only meant to serve as a kind of place marker, which will later be replaced by the finished text.</a:t>
            </a:r>
            <a:endParaRPr lang="de-DE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D707F97-3B0C-4572-9E8F-34058B5A1D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5300663"/>
            <a:ext cx="9792000" cy="611955"/>
          </a:xfrm>
          <a:prstGeom prst="rect">
            <a:avLst/>
          </a:prstGeom>
          <a:ln>
            <a:solidFill>
              <a:schemeClr val="bg2"/>
            </a:solidFill>
            <a:prstDash val="sysDot"/>
          </a:ln>
        </p:spPr>
        <p:txBody>
          <a:bodyPr anchor="ctr">
            <a:normAutofit/>
          </a:bodyPr>
          <a:lstStyle>
            <a:lvl1pPr>
              <a:defRPr lang="fr-BE" sz="2000" b="1" kern="1200" baseline="0" dirty="0">
                <a:solidFill>
                  <a:schemeClr val="bg2"/>
                </a:solidFill>
                <a:latin typeface="Arial"/>
                <a:ea typeface="+mj-ea"/>
                <a:cs typeface="Arial"/>
              </a:defRPr>
            </a:lvl1pPr>
          </a:lstStyle>
          <a:p>
            <a:pPr lvl="0"/>
            <a:r>
              <a:rPr lang="en-GB"/>
              <a:t>Summary</a:t>
            </a:r>
            <a:r>
              <a:rPr lang="en-US"/>
              <a:t> - 16 should be the smallest font size. The conclusion should only have two lines.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283083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with normal text and summary + graphics in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46"/>
          <p:cNvSpPr>
            <a:spLocks noGrp="1"/>
          </p:cNvSpPr>
          <p:nvPr>
            <p:ph type="ftr" sz="quarter" idx="3"/>
          </p:nvPr>
        </p:nvSpPr>
        <p:spPr>
          <a:xfrm>
            <a:off x="9296400" y="6282000"/>
            <a:ext cx="2006600" cy="196850"/>
          </a:xfrm>
          <a:prstGeom prst="rect">
            <a:avLst/>
          </a:prstGeom>
        </p:spPr>
        <p:txBody>
          <a:bodyPr vert="horz" wrap="none" lIns="0" tIns="45720" rIns="0" bIns="0" rtlCol="0" anchor="ctr"/>
          <a:lstStyle>
            <a:lvl1pPr algn="r">
              <a:defRPr sz="900">
                <a:solidFill>
                  <a:srgbClr val="364D54"/>
                </a:solidFill>
                <a:latin typeface="Arial"/>
                <a:cs typeface="Arial"/>
              </a:defRPr>
            </a:lvl1pPr>
          </a:lstStyle>
          <a:p>
            <a:r>
              <a:rPr lang="en-GB" spc="10">
                <a:solidFill>
                  <a:srgbClr val="394D55"/>
                </a:solidFill>
              </a:rPr>
              <a:t>Title of presentation</a:t>
            </a:r>
            <a:endParaRPr lang="en-GB"/>
          </a:p>
        </p:txBody>
      </p:sp>
      <p:sp>
        <p:nvSpPr>
          <p:cNvPr id="10" name="Titelplatzhalter 10"/>
          <p:cNvSpPr>
            <a:spLocks noGrp="1"/>
          </p:cNvSpPr>
          <p:nvPr>
            <p:ph type="title" hasCustomPrompt="1"/>
          </p:nvPr>
        </p:nvSpPr>
        <p:spPr>
          <a:xfrm>
            <a:off x="914400" y="862608"/>
            <a:ext cx="9448800" cy="838200"/>
          </a:xfrm>
          <a:prstGeom prst="rect">
            <a:avLst/>
          </a:prstGeom>
        </p:spPr>
        <p:txBody>
          <a:bodyPr vert="horz" lIns="0" tIns="45720" rIns="0" bIns="0" rtlCol="0" anchor="t">
            <a:normAutofit/>
          </a:bodyPr>
          <a:lstStyle>
            <a:lvl1pPr>
              <a:defRPr sz="2200"/>
            </a:lvl1pPr>
          </a:lstStyle>
          <a:p>
            <a:r>
              <a:rPr lang="en-GB"/>
              <a:t>Continuing page of text with a dark grey heading that may also be two lines long</a:t>
            </a:r>
            <a:endParaRPr lang="de-DE"/>
          </a:p>
        </p:txBody>
      </p:sp>
      <p:sp>
        <p:nvSpPr>
          <p:cNvPr id="6" name="Foliennummernplatzhalter 47"/>
          <p:cNvSpPr>
            <a:spLocks noGrp="1"/>
          </p:cNvSpPr>
          <p:nvPr>
            <p:ph type="sldNum" sz="quarter" idx="4"/>
          </p:nvPr>
        </p:nvSpPr>
        <p:spPr>
          <a:xfrm>
            <a:off x="11556000" y="6248400"/>
            <a:ext cx="406400" cy="228601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9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fld id="{AA9A3908-7F79-4C4B-AE42-4EC7140DD77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06C2D-766B-468F-9DD8-8746F30BC1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1952600"/>
            <a:ext cx="9792000" cy="2978681"/>
          </a:xfrm>
          <a:prstGeom prst="rect">
            <a:avLst/>
          </a:prstGeom>
        </p:spPr>
        <p:txBody>
          <a:bodyPr/>
          <a:lstStyle>
            <a:lvl1pPr marL="0" marR="5080" indent="0" algn="l" defTabSz="457200" rtl="0" eaLnBrk="1" fontAlgn="auto" latinLnBrk="0" hangingPunct="1">
              <a:lnSpc>
                <a:spcPts val="2320"/>
              </a:lnSpc>
              <a:spcBef>
                <a:spcPts val="1000"/>
              </a:spcBef>
              <a:spcAft>
                <a:spcPts val="0"/>
              </a:spcAft>
              <a:buClr>
                <a:srgbClr val="FF7300"/>
              </a:buClr>
              <a:buSzTx/>
              <a:buFont typeface="Arial" panose="020B0604020202020204" pitchFamily="34" charset="0"/>
              <a:buNone/>
              <a:tabLst>
                <a:tab pos="237490" algn="l"/>
              </a:tabLst>
              <a:defRPr sz="16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1350" indent="0">
              <a:lnSpc>
                <a:spcPts val="1500"/>
              </a:lnSpc>
              <a:spcBef>
                <a:spcPts val="1000"/>
              </a:spcBef>
              <a:buClr>
                <a:srgbClr val="FF7300"/>
              </a:buClr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16000"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—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spcBef>
                <a:spcPts val="1000"/>
              </a:spcBef>
              <a:buClr>
                <a:srgbClr val="FF7300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This is a dummy text, meaning that no final version is available yet. This text is only meant to serve as a kind of place marker, which will later be replaced by the finished text.</a:t>
            </a:r>
          </a:p>
          <a:p>
            <a:pPr marL="0" marR="5080" lvl="0" indent="0" algn="l" defTabSz="457200" rtl="0" eaLnBrk="1" fontAlgn="auto" latinLnBrk="0" hangingPunct="1">
              <a:lnSpc>
                <a:spcPts val="2320"/>
              </a:lnSpc>
              <a:spcBef>
                <a:spcPts val="1000"/>
              </a:spcBef>
              <a:spcAft>
                <a:spcPts val="0"/>
              </a:spcAft>
              <a:buClr>
                <a:srgbClr val="FF7300"/>
              </a:buClr>
              <a:buSzTx/>
              <a:buFont typeface="Arial" panose="020B0604020202020204" pitchFamily="34" charset="0"/>
              <a:buNone/>
              <a:tabLst>
                <a:tab pos="237490" algn="l"/>
              </a:tabLst>
              <a:defRPr/>
            </a:pPr>
            <a:r>
              <a:rPr lang="en-GB"/>
              <a:t>This is a dummy text, meaning that no final version is available yet. This text is only meant to serve as a kind of place marker, which will later be replaced by the finished text.</a:t>
            </a:r>
            <a:endParaRPr lang="de-DE"/>
          </a:p>
          <a:p>
            <a:pPr marL="0" marR="5080" lvl="0" indent="0" algn="l" defTabSz="457200" rtl="0" eaLnBrk="1" fontAlgn="auto" latinLnBrk="0" hangingPunct="1">
              <a:lnSpc>
                <a:spcPts val="2320"/>
              </a:lnSpc>
              <a:spcBef>
                <a:spcPts val="1000"/>
              </a:spcBef>
              <a:spcAft>
                <a:spcPts val="0"/>
              </a:spcAft>
              <a:buClr>
                <a:srgbClr val="FF7300"/>
              </a:buClr>
              <a:buSzTx/>
              <a:buFont typeface="Arial" panose="020B0604020202020204" pitchFamily="34" charset="0"/>
              <a:buNone/>
              <a:tabLst>
                <a:tab pos="237490" algn="l"/>
              </a:tabLst>
              <a:defRPr/>
            </a:pPr>
            <a:r>
              <a:rPr lang="en-GB"/>
              <a:t>This is a dummy text, meaning that no final version is available yet. This text is only meant to serve as a kind of place marker, which will later be replaced by the finished text.</a:t>
            </a:r>
            <a:endParaRPr lang="de-DE"/>
          </a:p>
          <a:p>
            <a:pPr marL="0" marR="5080" lvl="0" indent="0" algn="l" defTabSz="457200" rtl="0" eaLnBrk="1" fontAlgn="auto" latinLnBrk="0" hangingPunct="1">
              <a:lnSpc>
                <a:spcPts val="2320"/>
              </a:lnSpc>
              <a:spcBef>
                <a:spcPts val="1000"/>
              </a:spcBef>
              <a:spcAft>
                <a:spcPts val="0"/>
              </a:spcAft>
              <a:buClr>
                <a:srgbClr val="FF7300"/>
              </a:buClr>
              <a:buSzTx/>
              <a:buFont typeface="Arial" panose="020B0604020202020204" pitchFamily="34" charset="0"/>
              <a:buNone/>
              <a:tabLst>
                <a:tab pos="237490" algn="l"/>
              </a:tabLst>
              <a:defRPr/>
            </a:pPr>
            <a:r>
              <a:rPr lang="en-GB"/>
              <a:t>This is a dummy text, meaning that no final version is available yet. This text is only meant to serve as a kind of place marker, which will later be replaced by the finished text.</a:t>
            </a:r>
            <a:endParaRPr lang="de-DE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D707F97-3B0C-4572-9E8F-34058B5A1D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5300663"/>
            <a:ext cx="9792000" cy="611955"/>
          </a:xfrm>
          <a:prstGeom prst="rect">
            <a:avLst/>
          </a:prstGeom>
          <a:ln>
            <a:solidFill>
              <a:schemeClr val="bg2"/>
            </a:solidFill>
            <a:prstDash val="sysDot"/>
          </a:ln>
        </p:spPr>
        <p:txBody>
          <a:bodyPr anchor="ctr">
            <a:normAutofit/>
          </a:bodyPr>
          <a:lstStyle>
            <a:lvl1pPr>
              <a:defRPr lang="fr-BE" sz="2000" b="1" kern="1200" baseline="0" dirty="0">
                <a:solidFill>
                  <a:schemeClr val="bg2"/>
                </a:solidFill>
                <a:latin typeface="Arial"/>
                <a:ea typeface="+mj-ea"/>
                <a:cs typeface="Arial"/>
              </a:defRPr>
            </a:lvl1pPr>
          </a:lstStyle>
          <a:p>
            <a:pPr lvl="0"/>
            <a:r>
              <a:rPr lang="en-GB"/>
              <a:t>Summary</a:t>
            </a:r>
            <a:r>
              <a:rPr lang="en-US"/>
              <a:t> - 16 should be the smallest font size. The conclusion should only have two lines.</a:t>
            </a:r>
            <a:endParaRPr lang="fr-BE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A34D117-AD84-4C76-91D5-B27E1ACDB017}"/>
              </a:ext>
            </a:extLst>
          </p:cNvPr>
          <p:cNvGrpSpPr/>
          <p:nvPr userDrawn="1"/>
        </p:nvGrpSpPr>
        <p:grpSpPr>
          <a:xfrm>
            <a:off x="0" y="5964940"/>
            <a:ext cx="9078301" cy="535703"/>
            <a:chOff x="0" y="5964940"/>
            <a:chExt cx="9078301" cy="535703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2E04CEF-63A5-4617-AC1E-7E1CE3D7A48A}"/>
                </a:ext>
              </a:extLst>
            </p:cNvPr>
            <p:cNvGrpSpPr/>
            <p:nvPr userDrawn="1"/>
          </p:nvGrpSpPr>
          <p:grpSpPr>
            <a:xfrm>
              <a:off x="8906480" y="5964940"/>
              <a:ext cx="171821" cy="171821"/>
              <a:chOff x="10960096" y="4204963"/>
              <a:chExt cx="405867" cy="405866"/>
            </a:xfrm>
          </p:grpSpPr>
          <p:sp>
            <p:nvSpPr>
              <p:cNvPr id="55" name="object 26">
                <a:extLst>
                  <a:ext uri="{FF2B5EF4-FFF2-40B4-BE49-F238E27FC236}">
                    <a16:creationId xmlns:a16="http://schemas.microsoft.com/office/drawing/2014/main" id="{04975D0A-0FB8-43EE-89D3-8CF7F11989FE}"/>
                  </a:ext>
                </a:extLst>
              </p:cNvPr>
              <p:cNvSpPr/>
              <p:nvPr userDrawn="1"/>
            </p:nvSpPr>
            <p:spPr>
              <a:xfrm>
                <a:off x="11162878" y="4204963"/>
                <a:ext cx="0" cy="64807"/>
              </a:xfrm>
              <a:custGeom>
                <a:avLst/>
                <a:gdLst/>
                <a:ahLst/>
                <a:cxnLst/>
                <a:rect l="l" t="t" r="r" b="b"/>
                <a:pathLst>
                  <a:path h="78739">
                    <a:moveTo>
                      <a:pt x="0" y="78371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6" name="object 27">
                <a:extLst>
                  <a:ext uri="{FF2B5EF4-FFF2-40B4-BE49-F238E27FC236}">
                    <a16:creationId xmlns:a16="http://schemas.microsoft.com/office/drawing/2014/main" id="{D457F16C-6839-444C-9D72-ECC13454F6B7}"/>
                  </a:ext>
                </a:extLst>
              </p:cNvPr>
              <p:cNvSpPr/>
              <p:nvPr userDrawn="1"/>
            </p:nvSpPr>
            <p:spPr>
              <a:xfrm>
                <a:off x="10960096" y="4407744"/>
                <a:ext cx="64807" cy="0"/>
              </a:xfrm>
              <a:custGeom>
                <a:avLst/>
                <a:gdLst/>
                <a:ahLst/>
                <a:cxnLst/>
                <a:rect l="l" t="t" r="r" b="b"/>
                <a:pathLst>
                  <a:path w="78740">
                    <a:moveTo>
                      <a:pt x="78371" y="0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7" name="object 28">
                <a:extLst>
                  <a:ext uri="{FF2B5EF4-FFF2-40B4-BE49-F238E27FC236}">
                    <a16:creationId xmlns:a16="http://schemas.microsoft.com/office/drawing/2014/main" id="{EC4FC034-6A90-4C3E-BF40-265E12F0F5C2}"/>
                  </a:ext>
                </a:extLst>
              </p:cNvPr>
              <p:cNvSpPr/>
              <p:nvPr userDrawn="1"/>
            </p:nvSpPr>
            <p:spPr>
              <a:xfrm>
                <a:off x="11162878" y="4546022"/>
                <a:ext cx="0" cy="64807"/>
              </a:xfrm>
              <a:custGeom>
                <a:avLst/>
                <a:gdLst/>
                <a:ahLst/>
                <a:cxnLst/>
                <a:rect l="l" t="t" r="r" b="b"/>
                <a:pathLst>
                  <a:path h="78739">
                    <a:moveTo>
                      <a:pt x="0" y="0"/>
                    </a:moveTo>
                    <a:lnTo>
                      <a:pt x="0" y="78371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8" name="object 29">
                <a:extLst>
                  <a:ext uri="{FF2B5EF4-FFF2-40B4-BE49-F238E27FC236}">
                    <a16:creationId xmlns:a16="http://schemas.microsoft.com/office/drawing/2014/main" id="{9545914D-4353-43A9-ABF3-18D0FF0B3642}"/>
                  </a:ext>
                </a:extLst>
              </p:cNvPr>
              <p:cNvSpPr/>
              <p:nvPr userDrawn="1"/>
            </p:nvSpPr>
            <p:spPr>
              <a:xfrm>
                <a:off x="11301156" y="4407744"/>
                <a:ext cx="64807" cy="0"/>
              </a:xfrm>
              <a:custGeom>
                <a:avLst/>
                <a:gdLst/>
                <a:ahLst/>
                <a:cxnLst/>
                <a:rect l="l" t="t" r="r" b="b"/>
                <a:pathLst>
                  <a:path w="78740">
                    <a:moveTo>
                      <a:pt x="0" y="0"/>
                    </a:moveTo>
                    <a:lnTo>
                      <a:pt x="78371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30">
                <a:extLst>
                  <a:ext uri="{FF2B5EF4-FFF2-40B4-BE49-F238E27FC236}">
                    <a16:creationId xmlns:a16="http://schemas.microsoft.com/office/drawing/2014/main" id="{2CC0EBC5-D86A-456B-9381-68A98CB6F0D3}"/>
                  </a:ext>
                </a:extLst>
              </p:cNvPr>
              <p:cNvSpPr/>
              <p:nvPr userDrawn="1"/>
            </p:nvSpPr>
            <p:spPr>
              <a:xfrm>
                <a:off x="10998198" y="4312662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54584" y="31521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0" name="object 31">
                <a:extLst>
                  <a:ext uri="{FF2B5EF4-FFF2-40B4-BE49-F238E27FC236}">
                    <a16:creationId xmlns:a16="http://schemas.microsoft.com/office/drawing/2014/main" id="{7FE7C052-9A9A-45E3-A7FF-1F354D0F10C1}"/>
                  </a:ext>
                </a:extLst>
              </p:cNvPr>
              <p:cNvSpPr/>
              <p:nvPr userDrawn="1"/>
            </p:nvSpPr>
            <p:spPr>
              <a:xfrm>
                <a:off x="11282630" y="4476883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0" y="0"/>
                    </a:moveTo>
                    <a:lnTo>
                      <a:pt x="54584" y="31508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1" name="object 32">
                <a:extLst>
                  <a:ext uri="{FF2B5EF4-FFF2-40B4-BE49-F238E27FC236}">
                    <a16:creationId xmlns:a16="http://schemas.microsoft.com/office/drawing/2014/main" id="{EE964DF3-4EEB-4A84-B778-09560F831D7B}"/>
                  </a:ext>
                </a:extLst>
              </p:cNvPr>
              <p:cNvSpPr/>
              <p:nvPr userDrawn="1"/>
            </p:nvSpPr>
            <p:spPr>
              <a:xfrm>
                <a:off x="11067805" y="4243066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31508" y="54584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33">
                <a:extLst>
                  <a:ext uri="{FF2B5EF4-FFF2-40B4-BE49-F238E27FC236}">
                    <a16:creationId xmlns:a16="http://schemas.microsoft.com/office/drawing/2014/main" id="{3AC3C372-BAA2-4F1B-B9A3-1BA0380C2B37}"/>
                  </a:ext>
                </a:extLst>
              </p:cNvPr>
              <p:cNvSpPr/>
              <p:nvPr userDrawn="1"/>
            </p:nvSpPr>
            <p:spPr>
              <a:xfrm>
                <a:off x="11232017" y="4527495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0" y="0"/>
                    </a:moveTo>
                    <a:lnTo>
                      <a:pt x="31521" y="5458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34">
                <a:extLst>
                  <a:ext uri="{FF2B5EF4-FFF2-40B4-BE49-F238E27FC236}">
                    <a16:creationId xmlns:a16="http://schemas.microsoft.com/office/drawing/2014/main" id="{D41280A8-CD76-4949-BDC6-A0C9585DD60A}"/>
                  </a:ext>
                </a:extLst>
              </p:cNvPr>
              <p:cNvSpPr/>
              <p:nvPr userDrawn="1"/>
            </p:nvSpPr>
            <p:spPr>
              <a:xfrm>
                <a:off x="11282630" y="4312662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0" y="31521"/>
                    </a:moveTo>
                    <a:lnTo>
                      <a:pt x="54584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4" name="object 35">
                <a:extLst>
                  <a:ext uri="{FF2B5EF4-FFF2-40B4-BE49-F238E27FC236}">
                    <a16:creationId xmlns:a16="http://schemas.microsoft.com/office/drawing/2014/main" id="{8DDF09A3-7EA4-4824-9E90-C9D11F91F3E6}"/>
                  </a:ext>
                </a:extLst>
              </p:cNvPr>
              <p:cNvSpPr/>
              <p:nvPr userDrawn="1"/>
            </p:nvSpPr>
            <p:spPr>
              <a:xfrm>
                <a:off x="10998198" y="4476883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54584" y="0"/>
                    </a:moveTo>
                    <a:lnTo>
                      <a:pt x="0" y="31508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5" name="object 36">
                <a:extLst>
                  <a:ext uri="{FF2B5EF4-FFF2-40B4-BE49-F238E27FC236}">
                    <a16:creationId xmlns:a16="http://schemas.microsoft.com/office/drawing/2014/main" id="{BBBB67E0-68E1-4EB0-854F-7D33F0D640E4}"/>
                  </a:ext>
                </a:extLst>
              </p:cNvPr>
              <p:cNvSpPr/>
              <p:nvPr userDrawn="1"/>
            </p:nvSpPr>
            <p:spPr>
              <a:xfrm>
                <a:off x="11232017" y="4243066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0" y="54584"/>
                    </a:moveTo>
                    <a:lnTo>
                      <a:pt x="31521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6" name="object 37">
                <a:extLst>
                  <a:ext uri="{FF2B5EF4-FFF2-40B4-BE49-F238E27FC236}">
                    <a16:creationId xmlns:a16="http://schemas.microsoft.com/office/drawing/2014/main" id="{F2B84386-87BD-4732-AE97-56C9D3FB4982}"/>
                  </a:ext>
                </a:extLst>
              </p:cNvPr>
              <p:cNvSpPr/>
              <p:nvPr userDrawn="1"/>
            </p:nvSpPr>
            <p:spPr>
              <a:xfrm>
                <a:off x="11067794" y="4527495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31521" y="0"/>
                    </a:moveTo>
                    <a:lnTo>
                      <a:pt x="0" y="5458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7" name="object 38">
                <a:extLst>
                  <a:ext uri="{FF2B5EF4-FFF2-40B4-BE49-F238E27FC236}">
                    <a16:creationId xmlns:a16="http://schemas.microsoft.com/office/drawing/2014/main" id="{B4D871BC-24AE-4149-963C-ECC3D71586B1}"/>
                  </a:ext>
                </a:extLst>
              </p:cNvPr>
              <p:cNvSpPr/>
              <p:nvPr userDrawn="1"/>
            </p:nvSpPr>
            <p:spPr>
              <a:xfrm>
                <a:off x="11062674" y="4307544"/>
                <a:ext cx="200693" cy="200693"/>
              </a:xfrm>
              <a:custGeom>
                <a:avLst/>
                <a:gdLst/>
                <a:ahLst/>
                <a:cxnLst/>
                <a:rect l="l" t="t" r="r" b="b"/>
                <a:pathLst>
                  <a:path w="243840" h="243839">
                    <a:moveTo>
                      <a:pt x="0" y="121742"/>
                    </a:moveTo>
                    <a:lnTo>
                      <a:pt x="9567" y="169130"/>
                    </a:lnTo>
                    <a:lnTo>
                      <a:pt x="35658" y="207832"/>
                    </a:lnTo>
                    <a:lnTo>
                      <a:pt x="74355" y="233927"/>
                    </a:lnTo>
                    <a:lnTo>
                      <a:pt x="121742" y="243497"/>
                    </a:lnTo>
                    <a:lnTo>
                      <a:pt x="169136" y="233927"/>
                    </a:lnTo>
                    <a:lnTo>
                      <a:pt x="207837" y="207832"/>
                    </a:lnTo>
                    <a:lnTo>
                      <a:pt x="233929" y="169130"/>
                    </a:lnTo>
                    <a:lnTo>
                      <a:pt x="243497" y="121742"/>
                    </a:lnTo>
                    <a:lnTo>
                      <a:pt x="233929" y="74355"/>
                    </a:lnTo>
                    <a:lnTo>
                      <a:pt x="207837" y="35658"/>
                    </a:lnTo>
                    <a:lnTo>
                      <a:pt x="169136" y="9567"/>
                    </a:lnTo>
                    <a:lnTo>
                      <a:pt x="121742" y="0"/>
                    </a:lnTo>
                    <a:lnTo>
                      <a:pt x="74355" y="9567"/>
                    </a:lnTo>
                    <a:lnTo>
                      <a:pt x="35658" y="35658"/>
                    </a:lnTo>
                    <a:lnTo>
                      <a:pt x="9567" y="74355"/>
                    </a:lnTo>
                    <a:lnTo>
                      <a:pt x="0" y="121742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31" name="Gruppierung 14">
              <a:extLst>
                <a:ext uri="{FF2B5EF4-FFF2-40B4-BE49-F238E27FC236}">
                  <a16:creationId xmlns:a16="http://schemas.microsoft.com/office/drawing/2014/main" id="{FC7E25D2-3B9B-430D-8D67-5DDA8E0813F9}"/>
                </a:ext>
              </a:extLst>
            </p:cNvPr>
            <p:cNvGrpSpPr/>
            <p:nvPr userDrawn="1"/>
          </p:nvGrpSpPr>
          <p:grpSpPr>
            <a:xfrm>
              <a:off x="0" y="6040373"/>
              <a:ext cx="9026886" cy="460270"/>
              <a:chOff x="0" y="6040373"/>
              <a:chExt cx="9026886" cy="460270"/>
            </a:xfrm>
          </p:grpSpPr>
          <p:sp>
            <p:nvSpPr>
              <p:cNvPr id="39" name="object 5">
                <a:extLst>
                  <a:ext uri="{FF2B5EF4-FFF2-40B4-BE49-F238E27FC236}">
                    <a16:creationId xmlns:a16="http://schemas.microsoft.com/office/drawing/2014/main" id="{FA2C6FE5-0C34-4745-80C2-60A24DF348EE}"/>
                  </a:ext>
                </a:extLst>
              </p:cNvPr>
              <p:cNvSpPr/>
              <p:nvPr/>
            </p:nvSpPr>
            <p:spPr>
              <a:xfrm>
                <a:off x="8337530" y="6363619"/>
                <a:ext cx="17716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77165">
                    <a:moveTo>
                      <a:pt x="0" y="0"/>
                    </a:moveTo>
                    <a:lnTo>
                      <a:pt x="176809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0" name="object 7">
                <a:extLst>
                  <a:ext uri="{FF2B5EF4-FFF2-40B4-BE49-F238E27FC236}">
                    <a16:creationId xmlns:a16="http://schemas.microsoft.com/office/drawing/2014/main" id="{5DADF757-82E7-4DCD-97B7-2CBCB63A618A}"/>
                  </a:ext>
                </a:extLst>
              </p:cNvPr>
              <p:cNvSpPr/>
              <p:nvPr/>
            </p:nvSpPr>
            <p:spPr>
              <a:xfrm>
                <a:off x="0" y="6363619"/>
                <a:ext cx="82473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8247380">
                    <a:moveTo>
                      <a:pt x="0" y="0"/>
                    </a:moveTo>
                    <a:lnTo>
                      <a:pt x="8247143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8">
                <a:extLst>
                  <a:ext uri="{FF2B5EF4-FFF2-40B4-BE49-F238E27FC236}">
                    <a16:creationId xmlns:a16="http://schemas.microsoft.com/office/drawing/2014/main" id="{AADB6525-111B-4E50-94EF-19F397849172}"/>
                  </a:ext>
                </a:extLst>
              </p:cNvPr>
              <p:cNvSpPr/>
              <p:nvPr/>
            </p:nvSpPr>
            <p:spPr>
              <a:xfrm>
                <a:off x="8730631" y="6227932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9">
                <a:extLst>
                  <a:ext uri="{FF2B5EF4-FFF2-40B4-BE49-F238E27FC236}">
                    <a16:creationId xmlns:a16="http://schemas.microsoft.com/office/drawing/2014/main" id="{A9C9D8A7-90CA-4BDA-9314-203433DE0BF7}"/>
                  </a:ext>
                </a:extLst>
              </p:cNvPr>
              <p:cNvSpPr/>
              <p:nvPr/>
            </p:nvSpPr>
            <p:spPr>
              <a:xfrm>
                <a:off x="8483920" y="6227932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3" name="object 10">
                <a:extLst>
                  <a:ext uri="{FF2B5EF4-FFF2-40B4-BE49-F238E27FC236}">
                    <a16:creationId xmlns:a16="http://schemas.microsoft.com/office/drawing/2014/main" id="{CF8B8F4C-F3EC-4E28-B079-91A20344C15C}"/>
                  </a:ext>
                </a:extLst>
              </p:cNvPr>
              <p:cNvSpPr/>
              <p:nvPr/>
            </p:nvSpPr>
            <p:spPr>
              <a:xfrm>
                <a:off x="8730631" y="6121389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4" name="object 11">
                <a:extLst>
                  <a:ext uri="{FF2B5EF4-FFF2-40B4-BE49-F238E27FC236}">
                    <a16:creationId xmlns:a16="http://schemas.microsoft.com/office/drawing/2014/main" id="{AF534E5D-3BB5-48FD-8A31-D054622C9D44}"/>
                  </a:ext>
                </a:extLst>
              </p:cNvPr>
              <p:cNvSpPr/>
              <p:nvPr/>
            </p:nvSpPr>
            <p:spPr>
              <a:xfrm>
                <a:off x="8483920" y="6121389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5" name="object 12">
                <a:extLst>
                  <a:ext uri="{FF2B5EF4-FFF2-40B4-BE49-F238E27FC236}">
                    <a16:creationId xmlns:a16="http://schemas.microsoft.com/office/drawing/2014/main" id="{B67D5E1B-C7B4-4429-84B9-592630FA00C7}"/>
                  </a:ext>
                </a:extLst>
              </p:cNvPr>
              <p:cNvSpPr/>
              <p:nvPr/>
            </p:nvSpPr>
            <p:spPr>
              <a:xfrm>
                <a:off x="8566326" y="6060876"/>
                <a:ext cx="81915" cy="252729"/>
              </a:xfrm>
              <a:custGeom>
                <a:avLst/>
                <a:gdLst/>
                <a:ahLst/>
                <a:cxnLst/>
                <a:rect l="l" t="t" r="r" b="b"/>
                <a:pathLst>
                  <a:path w="81915" h="252729">
                    <a:moveTo>
                      <a:pt x="0" y="210934"/>
                    </a:moveTo>
                    <a:lnTo>
                      <a:pt x="40944" y="252349"/>
                    </a:lnTo>
                    <a:lnTo>
                      <a:pt x="81902" y="210934"/>
                    </a:lnTo>
                    <a:lnTo>
                      <a:pt x="81902" y="0"/>
                    </a:lnTo>
                    <a:lnTo>
                      <a:pt x="0" y="0"/>
                    </a:lnTo>
                    <a:lnTo>
                      <a:pt x="0" y="210934"/>
                    </a:lnTo>
                    <a:close/>
                  </a:path>
                </a:pathLst>
              </a:custGeom>
              <a:ln w="12699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6" name="object 13">
                <a:extLst>
                  <a:ext uri="{FF2B5EF4-FFF2-40B4-BE49-F238E27FC236}">
                    <a16:creationId xmlns:a16="http://schemas.microsoft.com/office/drawing/2014/main" id="{75D94D67-0000-46CA-B8AC-985B9EEF74ED}"/>
                  </a:ext>
                </a:extLst>
              </p:cNvPr>
              <p:cNvSpPr/>
              <p:nvPr/>
            </p:nvSpPr>
            <p:spPr>
              <a:xfrm>
                <a:off x="8483920" y="6167417"/>
                <a:ext cx="247015" cy="60960"/>
              </a:xfrm>
              <a:custGeom>
                <a:avLst/>
                <a:gdLst/>
                <a:ahLst/>
                <a:cxnLst/>
                <a:rect l="l" t="t" r="r" b="b"/>
                <a:pathLst>
                  <a:path w="247015" h="60960">
                    <a:moveTo>
                      <a:pt x="0" y="60515"/>
                    </a:moveTo>
                    <a:lnTo>
                      <a:pt x="246710" y="60515"/>
                    </a:lnTo>
                    <a:lnTo>
                      <a:pt x="164299" y="0"/>
                    </a:lnTo>
                    <a:lnTo>
                      <a:pt x="82410" y="0"/>
                    </a:lnTo>
                    <a:lnTo>
                      <a:pt x="0" y="60515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7" name="object 14">
                <a:extLst>
                  <a:ext uri="{FF2B5EF4-FFF2-40B4-BE49-F238E27FC236}">
                    <a16:creationId xmlns:a16="http://schemas.microsoft.com/office/drawing/2014/main" id="{74104242-1D7C-4FD1-94B8-8BD66933FF41}"/>
                  </a:ext>
                </a:extLst>
              </p:cNvPr>
              <p:cNvSpPr/>
              <p:nvPr/>
            </p:nvSpPr>
            <p:spPr>
              <a:xfrm>
                <a:off x="8483920" y="6060874"/>
                <a:ext cx="247015" cy="60960"/>
              </a:xfrm>
              <a:custGeom>
                <a:avLst/>
                <a:gdLst/>
                <a:ahLst/>
                <a:cxnLst/>
                <a:rect l="l" t="t" r="r" b="b"/>
                <a:pathLst>
                  <a:path w="247015" h="60960">
                    <a:moveTo>
                      <a:pt x="0" y="60515"/>
                    </a:moveTo>
                    <a:lnTo>
                      <a:pt x="246710" y="60515"/>
                    </a:lnTo>
                    <a:lnTo>
                      <a:pt x="164299" y="0"/>
                    </a:lnTo>
                    <a:lnTo>
                      <a:pt x="82410" y="0"/>
                    </a:lnTo>
                    <a:lnTo>
                      <a:pt x="0" y="60515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8" name="object 15">
                <a:extLst>
                  <a:ext uri="{FF2B5EF4-FFF2-40B4-BE49-F238E27FC236}">
                    <a16:creationId xmlns:a16="http://schemas.microsoft.com/office/drawing/2014/main" id="{94F6E20B-D4CB-4A4C-BCFB-5E8E22FB8AE6}"/>
                  </a:ext>
                </a:extLst>
              </p:cNvPr>
              <p:cNvSpPr/>
              <p:nvPr/>
            </p:nvSpPr>
            <p:spPr>
              <a:xfrm>
                <a:off x="8607279" y="6271811"/>
                <a:ext cx="91440" cy="92710"/>
              </a:xfrm>
              <a:custGeom>
                <a:avLst/>
                <a:gdLst/>
                <a:ahLst/>
                <a:cxnLst/>
                <a:rect l="l" t="t" r="r" b="b"/>
                <a:pathLst>
                  <a:path w="91440" h="92710">
                    <a:moveTo>
                      <a:pt x="40944" y="0"/>
                    </a:moveTo>
                    <a:lnTo>
                      <a:pt x="90995" y="92151"/>
                    </a:lnTo>
                    <a:lnTo>
                      <a:pt x="0" y="4141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9" name="object 16">
                <a:extLst>
                  <a:ext uri="{FF2B5EF4-FFF2-40B4-BE49-F238E27FC236}">
                    <a16:creationId xmlns:a16="http://schemas.microsoft.com/office/drawing/2014/main" id="{25771C78-CBCC-420E-8322-8BF5D3659809}"/>
                  </a:ext>
                </a:extLst>
              </p:cNvPr>
              <p:cNvSpPr/>
              <p:nvPr/>
            </p:nvSpPr>
            <p:spPr>
              <a:xfrm>
                <a:off x="8516275" y="6271811"/>
                <a:ext cx="91440" cy="92710"/>
              </a:xfrm>
              <a:custGeom>
                <a:avLst/>
                <a:gdLst/>
                <a:ahLst/>
                <a:cxnLst/>
                <a:rect l="l" t="t" r="r" b="b"/>
                <a:pathLst>
                  <a:path w="91440" h="92710">
                    <a:moveTo>
                      <a:pt x="50050" y="0"/>
                    </a:moveTo>
                    <a:lnTo>
                      <a:pt x="0" y="92151"/>
                    </a:lnTo>
                    <a:lnTo>
                      <a:pt x="90995" y="4141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0" name="object 17">
                <a:extLst>
                  <a:ext uri="{FF2B5EF4-FFF2-40B4-BE49-F238E27FC236}">
                    <a16:creationId xmlns:a16="http://schemas.microsoft.com/office/drawing/2014/main" id="{14A87430-C72E-41A9-B75A-E4D422EBDD69}"/>
                  </a:ext>
                </a:extLst>
              </p:cNvPr>
              <p:cNvSpPr/>
              <p:nvPr/>
            </p:nvSpPr>
            <p:spPr>
              <a:xfrm>
                <a:off x="8164555" y="6184883"/>
                <a:ext cx="254000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30479">
                    <a:moveTo>
                      <a:pt x="104901" y="0"/>
                    </a:moveTo>
                    <a:lnTo>
                      <a:pt x="149136" y="0"/>
                    </a:lnTo>
                    <a:lnTo>
                      <a:pt x="253847" y="30187"/>
                    </a:lnTo>
                    <a:lnTo>
                      <a:pt x="153835" y="30187"/>
                    </a:lnTo>
                    <a:lnTo>
                      <a:pt x="0" y="30187"/>
                    </a:lnTo>
                    <a:lnTo>
                      <a:pt x="104901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18">
                <a:extLst>
                  <a:ext uri="{FF2B5EF4-FFF2-40B4-BE49-F238E27FC236}">
                    <a16:creationId xmlns:a16="http://schemas.microsoft.com/office/drawing/2014/main" id="{696CEC46-73CA-4F6A-A6E3-17BBD3795C76}"/>
                  </a:ext>
                </a:extLst>
              </p:cNvPr>
              <p:cNvSpPr/>
              <p:nvPr/>
            </p:nvSpPr>
            <p:spPr>
              <a:xfrm>
                <a:off x="8220333" y="6111744"/>
                <a:ext cx="1428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8575">
                    <a:moveTo>
                      <a:pt x="60299" y="0"/>
                    </a:moveTo>
                    <a:lnTo>
                      <a:pt x="82232" y="0"/>
                    </a:lnTo>
                    <a:lnTo>
                      <a:pt x="142328" y="28384"/>
                    </a:lnTo>
                    <a:lnTo>
                      <a:pt x="0" y="28384"/>
                    </a:lnTo>
                    <a:lnTo>
                      <a:pt x="60299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2" name="object 19">
                <a:extLst>
                  <a:ext uri="{FF2B5EF4-FFF2-40B4-BE49-F238E27FC236}">
                    <a16:creationId xmlns:a16="http://schemas.microsoft.com/office/drawing/2014/main" id="{6B56D1C9-B5C0-45FF-A13F-A1B66BC4F47F}"/>
                  </a:ext>
                </a:extLst>
              </p:cNvPr>
              <p:cNvSpPr/>
              <p:nvPr/>
            </p:nvSpPr>
            <p:spPr>
              <a:xfrm>
                <a:off x="8246643" y="6040373"/>
                <a:ext cx="90170" cy="322580"/>
              </a:xfrm>
              <a:custGeom>
                <a:avLst/>
                <a:gdLst/>
                <a:ahLst/>
                <a:cxnLst/>
                <a:rect l="l" t="t" r="r" b="b"/>
                <a:pathLst>
                  <a:path w="90170" h="322579">
                    <a:moveTo>
                      <a:pt x="69138" y="174269"/>
                    </a:moveTo>
                    <a:lnTo>
                      <a:pt x="0" y="322478"/>
                    </a:lnTo>
                    <a:lnTo>
                      <a:pt x="44996" y="0"/>
                    </a:lnTo>
                    <a:lnTo>
                      <a:pt x="89674" y="322478"/>
                    </a:lnTo>
                    <a:lnTo>
                      <a:pt x="20612" y="174701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3" name="object 20">
                <a:extLst>
                  <a:ext uri="{FF2B5EF4-FFF2-40B4-BE49-F238E27FC236}">
                    <a16:creationId xmlns:a16="http://schemas.microsoft.com/office/drawing/2014/main" id="{66A2E526-3B75-49A2-A6D7-B138BD184D3D}"/>
                  </a:ext>
                </a:extLst>
              </p:cNvPr>
              <p:cNvSpPr/>
              <p:nvPr/>
            </p:nvSpPr>
            <p:spPr>
              <a:xfrm>
                <a:off x="8497296" y="6364602"/>
                <a:ext cx="52959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529590" h="111125">
                    <a:moveTo>
                      <a:pt x="201396" y="76"/>
                    </a:moveTo>
                    <a:lnTo>
                      <a:pt x="473849" y="0"/>
                    </a:lnTo>
                    <a:lnTo>
                      <a:pt x="512968" y="16202"/>
                    </a:lnTo>
                    <a:lnTo>
                      <a:pt x="529170" y="55321"/>
                    </a:lnTo>
                    <a:lnTo>
                      <a:pt x="524823" y="76856"/>
                    </a:lnTo>
                    <a:lnTo>
                      <a:pt x="512968" y="94440"/>
                    </a:lnTo>
                    <a:lnTo>
                      <a:pt x="495384" y="106295"/>
                    </a:lnTo>
                    <a:lnTo>
                      <a:pt x="473849" y="110642"/>
                    </a:lnTo>
                    <a:lnTo>
                      <a:pt x="0" y="110642"/>
                    </a:lnTo>
                  </a:path>
                </a:pathLst>
              </a:custGeom>
              <a:ln w="12699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21">
                <a:extLst>
                  <a:ext uri="{FF2B5EF4-FFF2-40B4-BE49-F238E27FC236}">
                    <a16:creationId xmlns:a16="http://schemas.microsoft.com/office/drawing/2014/main" id="{D3BFB3B1-42C4-454E-B5BC-F3E0B6477CA5}"/>
                  </a:ext>
                </a:extLst>
              </p:cNvPr>
              <p:cNvSpPr/>
              <p:nvPr/>
            </p:nvSpPr>
            <p:spPr>
              <a:xfrm>
                <a:off x="8446492" y="6449843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0"/>
                    </a:moveTo>
                    <a:lnTo>
                      <a:pt x="15510" y="1995"/>
                    </a:lnTo>
                    <a:lnTo>
                      <a:pt x="7437" y="7437"/>
                    </a:lnTo>
                    <a:lnTo>
                      <a:pt x="1995" y="15510"/>
                    </a:lnTo>
                    <a:lnTo>
                      <a:pt x="0" y="25400"/>
                    </a:lnTo>
                    <a:lnTo>
                      <a:pt x="1995" y="35289"/>
                    </a:lnTo>
                    <a:lnTo>
                      <a:pt x="7437" y="43362"/>
                    </a:lnTo>
                    <a:lnTo>
                      <a:pt x="15510" y="48804"/>
                    </a:lnTo>
                    <a:lnTo>
                      <a:pt x="25400" y="50800"/>
                    </a:lnTo>
                    <a:lnTo>
                      <a:pt x="35289" y="48804"/>
                    </a:lnTo>
                    <a:lnTo>
                      <a:pt x="43362" y="43362"/>
                    </a:lnTo>
                    <a:lnTo>
                      <a:pt x="48804" y="35289"/>
                    </a:lnTo>
                    <a:lnTo>
                      <a:pt x="50800" y="25400"/>
                    </a:lnTo>
                    <a:lnTo>
                      <a:pt x="48804" y="15510"/>
                    </a:lnTo>
                    <a:lnTo>
                      <a:pt x="43362" y="7437"/>
                    </a:lnTo>
                    <a:lnTo>
                      <a:pt x="35289" y="1995"/>
                    </a:lnTo>
                    <a:lnTo>
                      <a:pt x="25400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D8F21C5-6249-41C9-9B6F-11161A14D143}"/>
                </a:ext>
              </a:extLst>
            </p:cNvPr>
            <p:cNvGrpSpPr/>
            <p:nvPr userDrawn="1"/>
          </p:nvGrpSpPr>
          <p:grpSpPr>
            <a:xfrm>
              <a:off x="7807856" y="6136761"/>
              <a:ext cx="194402" cy="233814"/>
              <a:chOff x="6199448" y="5757477"/>
              <a:chExt cx="445167" cy="535418"/>
            </a:xfrm>
          </p:grpSpPr>
          <p:sp>
            <p:nvSpPr>
              <p:cNvPr id="33" name="object 9">
                <a:extLst>
                  <a:ext uri="{FF2B5EF4-FFF2-40B4-BE49-F238E27FC236}">
                    <a16:creationId xmlns:a16="http://schemas.microsoft.com/office/drawing/2014/main" id="{9A45F43E-B6F8-4B83-AEE2-67631ECA1BB4}"/>
                  </a:ext>
                </a:extLst>
              </p:cNvPr>
              <p:cNvSpPr/>
              <p:nvPr userDrawn="1"/>
            </p:nvSpPr>
            <p:spPr>
              <a:xfrm>
                <a:off x="6302730" y="6005107"/>
                <a:ext cx="59055" cy="54610"/>
              </a:xfrm>
              <a:custGeom>
                <a:avLst/>
                <a:gdLst/>
                <a:ahLst/>
                <a:cxnLst/>
                <a:rect l="l" t="t" r="r" b="b"/>
                <a:pathLst>
                  <a:path w="59054" h="54610">
                    <a:moveTo>
                      <a:pt x="58623" y="0"/>
                    </a:moveTo>
                    <a:lnTo>
                      <a:pt x="0" y="54051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4" name="object 10">
                <a:extLst>
                  <a:ext uri="{FF2B5EF4-FFF2-40B4-BE49-F238E27FC236}">
                    <a16:creationId xmlns:a16="http://schemas.microsoft.com/office/drawing/2014/main" id="{42763230-F744-4302-8F51-AE8496DA0613}"/>
                  </a:ext>
                </a:extLst>
              </p:cNvPr>
              <p:cNvSpPr/>
              <p:nvPr userDrawn="1"/>
            </p:nvSpPr>
            <p:spPr>
              <a:xfrm>
                <a:off x="6571235" y="6064810"/>
                <a:ext cx="40005" cy="34290"/>
              </a:xfrm>
              <a:custGeom>
                <a:avLst/>
                <a:gdLst/>
                <a:ahLst/>
                <a:cxnLst/>
                <a:rect l="l" t="t" r="r" b="b"/>
                <a:pathLst>
                  <a:path w="40004" h="34289">
                    <a:moveTo>
                      <a:pt x="39458" y="0"/>
                    </a:moveTo>
                    <a:lnTo>
                      <a:pt x="0" y="33693"/>
                    </a:lnTo>
                  </a:path>
                </a:pathLst>
              </a:custGeom>
              <a:ln w="12699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5" name="object 11">
                <a:extLst>
                  <a:ext uri="{FF2B5EF4-FFF2-40B4-BE49-F238E27FC236}">
                    <a16:creationId xmlns:a16="http://schemas.microsoft.com/office/drawing/2014/main" id="{627E6413-5ECE-4B27-ABD6-FEC9246BBE90}"/>
                  </a:ext>
                </a:extLst>
              </p:cNvPr>
              <p:cNvSpPr/>
              <p:nvPr userDrawn="1"/>
            </p:nvSpPr>
            <p:spPr>
              <a:xfrm>
                <a:off x="6199448" y="5757477"/>
                <a:ext cx="238760" cy="361315"/>
              </a:xfrm>
              <a:custGeom>
                <a:avLst/>
                <a:gdLst/>
                <a:ahLst/>
                <a:cxnLst/>
                <a:rect l="l" t="t" r="r" b="b"/>
                <a:pathLst>
                  <a:path w="238760" h="361314">
                    <a:moveTo>
                      <a:pt x="152401" y="0"/>
                    </a:moveTo>
                    <a:lnTo>
                      <a:pt x="206338" y="59621"/>
                    </a:lnTo>
                    <a:lnTo>
                      <a:pt x="232472" y="101546"/>
                    </a:lnTo>
                    <a:lnTo>
                      <a:pt x="238141" y="145618"/>
                    </a:lnTo>
                    <a:lnTo>
                      <a:pt x="230684" y="211683"/>
                    </a:lnTo>
                    <a:lnTo>
                      <a:pt x="202566" y="282121"/>
                    </a:lnTo>
                    <a:lnTo>
                      <a:pt x="155738" y="328306"/>
                    </a:lnTo>
                    <a:lnTo>
                      <a:pt x="111801" y="353570"/>
                    </a:lnTo>
                    <a:lnTo>
                      <a:pt x="92356" y="361251"/>
                    </a:lnTo>
                    <a:lnTo>
                      <a:pt x="35759" y="331100"/>
                    </a:lnTo>
                    <a:lnTo>
                      <a:pt x="7724" y="306879"/>
                    </a:lnTo>
                    <a:lnTo>
                      <a:pt x="0" y="275833"/>
                    </a:lnTo>
                    <a:lnTo>
                      <a:pt x="4332" y="225209"/>
                    </a:lnTo>
                    <a:lnTo>
                      <a:pt x="18791" y="180068"/>
                    </a:lnTo>
                    <a:lnTo>
                      <a:pt x="47033" y="134047"/>
                    </a:lnTo>
                    <a:lnTo>
                      <a:pt x="81786" y="90087"/>
                    </a:lnTo>
                    <a:lnTo>
                      <a:pt x="115780" y="51131"/>
                    </a:lnTo>
                    <a:lnTo>
                      <a:pt x="141742" y="20121"/>
                    </a:lnTo>
                    <a:lnTo>
                      <a:pt x="152401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12">
                <a:extLst>
                  <a:ext uri="{FF2B5EF4-FFF2-40B4-BE49-F238E27FC236}">
                    <a16:creationId xmlns:a16="http://schemas.microsoft.com/office/drawing/2014/main" id="{4F5B830E-C3B0-4668-895B-74D3B3E5E61E}"/>
                  </a:ext>
                </a:extLst>
              </p:cNvPr>
              <p:cNvSpPr/>
              <p:nvPr userDrawn="1"/>
            </p:nvSpPr>
            <p:spPr>
              <a:xfrm>
                <a:off x="6291800" y="5958885"/>
                <a:ext cx="29845" cy="334010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334010">
                    <a:moveTo>
                      <a:pt x="0" y="333590"/>
                    </a:moveTo>
                    <a:lnTo>
                      <a:pt x="0" y="159842"/>
                    </a:lnTo>
                    <a:lnTo>
                      <a:pt x="29337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13">
                <a:extLst>
                  <a:ext uri="{FF2B5EF4-FFF2-40B4-BE49-F238E27FC236}">
                    <a16:creationId xmlns:a16="http://schemas.microsoft.com/office/drawing/2014/main" id="{E7F2B822-4DF1-4451-878A-83C18D378A00}"/>
                  </a:ext>
                </a:extLst>
              </p:cNvPr>
              <p:cNvSpPr/>
              <p:nvPr userDrawn="1"/>
            </p:nvSpPr>
            <p:spPr>
              <a:xfrm>
                <a:off x="6509995" y="5895716"/>
                <a:ext cx="134620" cy="271780"/>
              </a:xfrm>
              <a:custGeom>
                <a:avLst/>
                <a:gdLst/>
                <a:ahLst/>
                <a:cxnLst/>
                <a:rect l="l" t="t" r="r" b="b"/>
                <a:pathLst>
                  <a:path w="134620" h="271779">
                    <a:moveTo>
                      <a:pt x="49169" y="271462"/>
                    </a:moveTo>
                    <a:lnTo>
                      <a:pt x="98809" y="244084"/>
                    </a:lnTo>
                    <a:lnTo>
                      <a:pt x="124248" y="222365"/>
                    </a:lnTo>
                    <a:lnTo>
                      <a:pt x="133490" y="194972"/>
                    </a:lnTo>
                    <a:lnTo>
                      <a:pt x="134539" y="150571"/>
                    </a:lnTo>
                    <a:lnTo>
                      <a:pt x="129037" y="97915"/>
                    </a:lnTo>
                    <a:lnTo>
                      <a:pt x="116451" y="54292"/>
                    </a:lnTo>
                    <a:lnTo>
                      <a:pt x="101517" y="21165"/>
                    </a:lnTo>
                    <a:lnTo>
                      <a:pt x="88971" y="0"/>
                    </a:lnTo>
                    <a:lnTo>
                      <a:pt x="67453" y="33982"/>
                    </a:lnTo>
                    <a:lnTo>
                      <a:pt x="53324" y="55833"/>
                    </a:lnTo>
                    <a:lnTo>
                      <a:pt x="40320" y="75025"/>
                    </a:lnTo>
                    <a:lnTo>
                      <a:pt x="22182" y="101028"/>
                    </a:lnTo>
                    <a:lnTo>
                      <a:pt x="3912" y="139522"/>
                    </a:lnTo>
                    <a:lnTo>
                      <a:pt x="0" y="183183"/>
                    </a:lnTo>
                    <a:lnTo>
                      <a:pt x="13925" y="228374"/>
                    </a:lnTo>
                    <a:lnTo>
                      <a:pt x="49169" y="271462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14">
                <a:extLst>
                  <a:ext uri="{FF2B5EF4-FFF2-40B4-BE49-F238E27FC236}">
                    <a16:creationId xmlns:a16="http://schemas.microsoft.com/office/drawing/2014/main" id="{340A7CB4-51DD-4CCC-B71C-6FB779A4AEFF}"/>
                  </a:ext>
                </a:extLst>
              </p:cNvPr>
              <p:cNvSpPr/>
              <p:nvPr userDrawn="1"/>
            </p:nvSpPr>
            <p:spPr>
              <a:xfrm>
                <a:off x="6559165" y="6040621"/>
                <a:ext cx="22860" cy="252095"/>
              </a:xfrm>
              <a:custGeom>
                <a:avLst/>
                <a:gdLst/>
                <a:ahLst/>
                <a:cxnLst/>
                <a:rect l="l" t="t" r="r" b="b"/>
                <a:pathLst>
                  <a:path w="22859" h="252095">
                    <a:moveTo>
                      <a:pt x="22250" y="0"/>
                    </a:moveTo>
                    <a:lnTo>
                      <a:pt x="0" y="126555"/>
                    </a:lnTo>
                    <a:lnTo>
                      <a:pt x="0" y="251853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7370747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without graphics in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46"/>
          <p:cNvSpPr>
            <a:spLocks noGrp="1"/>
          </p:cNvSpPr>
          <p:nvPr>
            <p:ph type="ftr" sz="quarter" idx="3"/>
          </p:nvPr>
        </p:nvSpPr>
        <p:spPr>
          <a:xfrm>
            <a:off x="9296400" y="6282000"/>
            <a:ext cx="2006600" cy="196850"/>
          </a:xfrm>
          <a:prstGeom prst="rect">
            <a:avLst/>
          </a:prstGeom>
        </p:spPr>
        <p:txBody>
          <a:bodyPr vert="horz" wrap="none" lIns="0" tIns="45720" rIns="0" bIns="0" rtlCol="0" anchor="ctr"/>
          <a:lstStyle>
            <a:lvl1pPr algn="r">
              <a:defRPr sz="900">
                <a:solidFill>
                  <a:srgbClr val="364D54"/>
                </a:solidFill>
                <a:latin typeface="Arial"/>
                <a:cs typeface="Arial"/>
              </a:defRPr>
            </a:lvl1pPr>
          </a:lstStyle>
          <a:p>
            <a:r>
              <a:rPr lang="en-GB" spc="10">
                <a:solidFill>
                  <a:srgbClr val="394D55"/>
                </a:solidFill>
              </a:rPr>
              <a:t>Title of presentation</a:t>
            </a:r>
            <a:endParaRPr lang="en-GB"/>
          </a:p>
        </p:txBody>
      </p:sp>
      <p:sp>
        <p:nvSpPr>
          <p:cNvPr id="10" name="Titelplatzhalter 10"/>
          <p:cNvSpPr>
            <a:spLocks noGrp="1"/>
          </p:cNvSpPr>
          <p:nvPr>
            <p:ph type="title" hasCustomPrompt="1"/>
          </p:nvPr>
        </p:nvSpPr>
        <p:spPr>
          <a:xfrm>
            <a:off x="914400" y="862608"/>
            <a:ext cx="9448800" cy="838200"/>
          </a:xfrm>
          <a:prstGeom prst="rect">
            <a:avLst/>
          </a:prstGeom>
        </p:spPr>
        <p:txBody>
          <a:bodyPr vert="horz" lIns="0" tIns="45720" rIns="0" bIns="0" rtlCol="0" anchor="t">
            <a:normAutofit/>
          </a:bodyPr>
          <a:lstStyle>
            <a:lvl1pPr>
              <a:defRPr sz="2200"/>
            </a:lvl1pPr>
          </a:lstStyle>
          <a:p>
            <a:r>
              <a:rPr lang="en-GB"/>
              <a:t>Continuing page of text with a dark grey heading that may also be two lines long</a:t>
            </a:r>
            <a:endParaRPr lang="de-DE"/>
          </a:p>
        </p:txBody>
      </p:sp>
      <p:sp>
        <p:nvSpPr>
          <p:cNvPr id="6" name="Foliennummernplatzhalter 47"/>
          <p:cNvSpPr>
            <a:spLocks noGrp="1"/>
          </p:cNvSpPr>
          <p:nvPr>
            <p:ph type="sldNum" sz="quarter" idx="4"/>
          </p:nvPr>
        </p:nvSpPr>
        <p:spPr>
          <a:xfrm>
            <a:off x="11556000" y="6248400"/>
            <a:ext cx="406400" cy="228601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9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fld id="{AA9A3908-7F79-4C4B-AE42-4EC7140DD77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06C2D-766B-468F-9DD8-8746F30BC1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1952600"/>
            <a:ext cx="9792000" cy="363600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ts val="232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6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007100" indent="-285750">
              <a:lnSpc>
                <a:spcPts val="150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16000"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—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spcBef>
                <a:spcPts val="1000"/>
              </a:spcBef>
              <a:buClr>
                <a:srgbClr val="FF7300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This is a dummy text, meaning that no final version is available yet.</a:t>
            </a:r>
          </a:p>
          <a:p>
            <a:pPr lvl="1"/>
            <a:r>
              <a:rPr lang="en-GB"/>
              <a:t>This text is only meant to serve as a kind of place marker, which will later be replaced by the finished text.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54823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 with graphics in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pc="10">
                <a:solidFill>
                  <a:srgbClr val="394D55"/>
                </a:solidFill>
              </a:rPr>
              <a:t>Title of presentation</a:t>
            </a:r>
            <a:endParaRPr lang="en-GB"/>
          </a:p>
        </p:txBody>
      </p:sp>
      <p:sp>
        <p:nvSpPr>
          <p:cNvPr id="10" name="object 4"/>
          <p:cNvSpPr/>
          <p:nvPr userDrawn="1"/>
        </p:nvSpPr>
        <p:spPr>
          <a:xfrm>
            <a:off x="11430000" y="6354000"/>
            <a:ext cx="0" cy="117475"/>
          </a:xfrm>
          <a:custGeom>
            <a:avLst/>
            <a:gdLst/>
            <a:ahLst/>
            <a:cxnLst/>
            <a:rect l="l" t="t" r="r" b="b"/>
            <a:pathLst>
              <a:path h="117475">
                <a:moveTo>
                  <a:pt x="0" y="0"/>
                </a:moveTo>
                <a:lnTo>
                  <a:pt x="0" y="117005"/>
                </a:lnTo>
              </a:path>
            </a:pathLst>
          </a:custGeom>
          <a:ln w="6350">
            <a:solidFill>
              <a:srgbClr val="EF7D1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Foliennummernplatzhalter 47"/>
          <p:cNvSpPr>
            <a:spLocks noGrp="1"/>
          </p:cNvSpPr>
          <p:nvPr>
            <p:ph type="sldNum" sz="quarter" idx="4"/>
          </p:nvPr>
        </p:nvSpPr>
        <p:spPr>
          <a:xfrm>
            <a:off x="11556000" y="6248400"/>
            <a:ext cx="406400" cy="228601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9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fld id="{AA9A3908-7F79-4C4B-AE42-4EC7140DD77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5" name="Titelplatzhalter 10">
            <a:extLst>
              <a:ext uri="{FF2B5EF4-FFF2-40B4-BE49-F238E27FC236}">
                <a16:creationId xmlns:a16="http://schemas.microsoft.com/office/drawing/2014/main" id="{D9B411F7-41FB-4429-B5BE-F6C2DF6F57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62608"/>
            <a:ext cx="9448800" cy="838200"/>
          </a:xfrm>
          <a:prstGeom prst="rect">
            <a:avLst/>
          </a:prstGeom>
        </p:spPr>
        <p:txBody>
          <a:bodyPr vert="horz" lIns="0" tIns="45720" rIns="0" bIns="0" rtlCol="0" anchor="t">
            <a:normAutofit/>
          </a:bodyPr>
          <a:lstStyle>
            <a:lvl1pPr>
              <a:defRPr sz="2200"/>
            </a:lvl1pPr>
          </a:lstStyle>
          <a:p>
            <a:r>
              <a:rPr lang="en-GB"/>
              <a:t>Continuing page of text with a dark grey heading that may also be two lines long</a:t>
            </a:r>
            <a:endParaRPr lang="de-DE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2FB7584C-CE49-4EFF-8240-68D5EFC67C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1952600"/>
            <a:ext cx="9792000" cy="3636639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ts val="232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6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007100" indent="-285750">
              <a:lnSpc>
                <a:spcPts val="150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16000"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—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spcBef>
                <a:spcPts val="1000"/>
              </a:spcBef>
              <a:buClr>
                <a:srgbClr val="FF7300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This is a dummy text, meaning that no final version is available yet.</a:t>
            </a:r>
          </a:p>
          <a:p>
            <a:pPr lvl="1"/>
            <a:r>
              <a:rPr lang="en-GB"/>
              <a:t>This text is only meant to serve as a kind of place marker, which will later be replaced by the finished text.</a:t>
            </a:r>
            <a:endParaRPr lang="de-DE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2D454A9-7380-48E5-8E8A-0133585ABD42}"/>
              </a:ext>
            </a:extLst>
          </p:cNvPr>
          <p:cNvGrpSpPr/>
          <p:nvPr userDrawn="1"/>
        </p:nvGrpSpPr>
        <p:grpSpPr>
          <a:xfrm>
            <a:off x="0" y="5964940"/>
            <a:ext cx="9078301" cy="535703"/>
            <a:chOff x="0" y="5964940"/>
            <a:chExt cx="9078301" cy="535703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F32421B6-4909-4537-8BA6-18F4F8B82084}"/>
                </a:ext>
              </a:extLst>
            </p:cNvPr>
            <p:cNvGrpSpPr/>
            <p:nvPr userDrawn="1"/>
          </p:nvGrpSpPr>
          <p:grpSpPr>
            <a:xfrm>
              <a:off x="8906480" y="5964940"/>
              <a:ext cx="171821" cy="171821"/>
              <a:chOff x="10960096" y="4204963"/>
              <a:chExt cx="405867" cy="405866"/>
            </a:xfrm>
          </p:grpSpPr>
          <p:sp>
            <p:nvSpPr>
              <p:cNvPr id="102" name="object 26">
                <a:extLst>
                  <a:ext uri="{FF2B5EF4-FFF2-40B4-BE49-F238E27FC236}">
                    <a16:creationId xmlns:a16="http://schemas.microsoft.com/office/drawing/2014/main" id="{1A5B0823-A281-4BD2-84D2-3F8C9198E17C}"/>
                  </a:ext>
                </a:extLst>
              </p:cNvPr>
              <p:cNvSpPr/>
              <p:nvPr userDrawn="1"/>
            </p:nvSpPr>
            <p:spPr>
              <a:xfrm>
                <a:off x="11162878" y="4204963"/>
                <a:ext cx="0" cy="64807"/>
              </a:xfrm>
              <a:custGeom>
                <a:avLst/>
                <a:gdLst/>
                <a:ahLst/>
                <a:cxnLst/>
                <a:rect l="l" t="t" r="r" b="b"/>
                <a:pathLst>
                  <a:path h="78739">
                    <a:moveTo>
                      <a:pt x="0" y="78371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3" name="object 27">
                <a:extLst>
                  <a:ext uri="{FF2B5EF4-FFF2-40B4-BE49-F238E27FC236}">
                    <a16:creationId xmlns:a16="http://schemas.microsoft.com/office/drawing/2014/main" id="{8CCECD56-8DD3-4497-B436-4537AA59705C}"/>
                  </a:ext>
                </a:extLst>
              </p:cNvPr>
              <p:cNvSpPr/>
              <p:nvPr userDrawn="1"/>
            </p:nvSpPr>
            <p:spPr>
              <a:xfrm>
                <a:off x="10960096" y="4407744"/>
                <a:ext cx="64807" cy="0"/>
              </a:xfrm>
              <a:custGeom>
                <a:avLst/>
                <a:gdLst/>
                <a:ahLst/>
                <a:cxnLst/>
                <a:rect l="l" t="t" r="r" b="b"/>
                <a:pathLst>
                  <a:path w="78740">
                    <a:moveTo>
                      <a:pt x="78371" y="0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4" name="object 28">
                <a:extLst>
                  <a:ext uri="{FF2B5EF4-FFF2-40B4-BE49-F238E27FC236}">
                    <a16:creationId xmlns:a16="http://schemas.microsoft.com/office/drawing/2014/main" id="{376B3A4A-7DE3-43AB-8FC1-C28F6E9A06B5}"/>
                  </a:ext>
                </a:extLst>
              </p:cNvPr>
              <p:cNvSpPr/>
              <p:nvPr userDrawn="1"/>
            </p:nvSpPr>
            <p:spPr>
              <a:xfrm>
                <a:off x="11162878" y="4546022"/>
                <a:ext cx="0" cy="64807"/>
              </a:xfrm>
              <a:custGeom>
                <a:avLst/>
                <a:gdLst/>
                <a:ahLst/>
                <a:cxnLst/>
                <a:rect l="l" t="t" r="r" b="b"/>
                <a:pathLst>
                  <a:path h="78739">
                    <a:moveTo>
                      <a:pt x="0" y="0"/>
                    </a:moveTo>
                    <a:lnTo>
                      <a:pt x="0" y="78371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5" name="object 29">
                <a:extLst>
                  <a:ext uri="{FF2B5EF4-FFF2-40B4-BE49-F238E27FC236}">
                    <a16:creationId xmlns:a16="http://schemas.microsoft.com/office/drawing/2014/main" id="{0DA2771F-F709-4C73-9477-03F94876467A}"/>
                  </a:ext>
                </a:extLst>
              </p:cNvPr>
              <p:cNvSpPr/>
              <p:nvPr userDrawn="1"/>
            </p:nvSpPr>
            <p:spPr>
              <a:xfrm>
                <a:off x="11301156" y="4407744"/>
                <a:ext cx="64807" cy="0"/>
              </a:xfrm>
              <a:custGeom>
                <a:avLst/>
                <a:gdLst/>
                <a:ahLst/>
                <a:cxnLst/>
                <a:rect l="l" t="t" r="r" b="b"/>
                <a:pathLst>
                  <a:path w="78740">
                    <a:moveTo>
                      <a:pt x="0" y="0"/>
                    </a:moveTo>
                    <a:lnTo>
                      <a:pt x="78371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6" name="object 30">
                <a:extLst>
                  <a:ext uri="{FF2B5EF4-FFF2-40B4-BE49-F238E27FC236}">
                    <a16:creationId xmlns:a16="http://schemas.microsoft.com/office/drawing/2014/main" id="{531073D1-6D18-4EC9-AFAC-7E85BFCD1846}"/>
                  </a:ext>
                </a:extLst>
              </p:cNvPr>
              <p:cNvSpPr/>
              <p:nvPr userDrawn="1"/>
            </p:nvSpPr>
            <p:spPr>
              <a:xfrm>
                <a:off x="10998198" y="4312662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54584" y="31521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7" name="object 31">
                <a:extLst>
                  <a:ext uri="{FF2B5EF4-FFF2-40B4-BE49-F238E27FC236}">
                    <a16:creationId xmlns:a16="http://schemas.microsoft.com/office/drawing/2014/main" id="{20BF4BF6-05FA-4765-9F31-A7FF8A87D14E}"/>
                  </a:ext>
                </a:extLst>
              </p:cNvPr>
              <p:cNvSpPr/>
              <p:nvPr userDrawn="1"/>
            </p:nvSpPr>
            <p:spPr>
              <a:xfrm>
                <a:off x="11282630" y="4476883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0" y="0"/>
                    </a:moveTo>
                    <a:lnTo>
                      <a:pt x="54584" y="31508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8" name="object 32">
                <a:extLst>
                  <a:ext uri="{FF2B5EF4-FFF2-40B4-BE49-F238E27FC236}">
                    <a16:creationId xmlns:a16="http://schemas.microsoft.com/office/drawing/2014/main" id="{AEF96D00-AE42-4609-A547-548E6B3ACDA8}"/>
                  </a:ext>
                </a:extLst>
              </p:cNvPr>
              <p:cNvSpPr/>
              <p:nvPr userDrawn="1"/>
            </p:nvSpPr>
            <p:spPr>
              <a:xfrm>
                <a:off x="11067805" y="4243066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31508" y="54584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9" name="object 33">
                <a:extLst>
                  <a:ext uri="{FF2B5EF4-FFF2-40B4-BE49-F238E27FC236}">
                    <a16:creationId xmlns:a16="http://schemas.microsoft.com/office/drawing/2014/main" id="{B79929D5-42B0-4482-AD96-660599C04347}"/>
                  </a:ext>
                </a:extLst>
              </p:cNvPr>
              <p:cNvSpPr/>
              <p:nvPr userDrawn="1"/>
            </p:nvSpPr>
            <p:spPr>
              <a:xfrm>
                <a:off x="11232017" y="4527495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0" y="0"/>
                    </a:moveTo>
                    <a:lnTo>
                      <a:pt x="31521" y="5458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0" name="object 34">
                <a:extLst>
                  <a:ext uri="{FF2B5EF4-FFF2-40B4-BE49-F238E27FC236}">
                    <a16:creationId xmlns:a16="http://schemas.microsoft.com/office/drawing/2014/main" id="{9596C7B2-8AA8-4065-8D20-39FC978A4054}"/>
                  </a:ext>
                </a:extLst>
              </p:cNvPr>
              <p:cNvSpPr/>
              <p:nvPr userDrawn="1"/>
            </p:nvSpPr>
            <p:spPr>
              <a:xfrm>
                <a:off x="11282630" y="4312662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0" y="31521"/>
                    </a:moveTo>
                    <a:lnTo>
                      <a:pt x="54584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1" name="object 35">
                <a:extLst>
                  <a:ext uri="{FF2B5EF4-FFF2-40B4-BE49-F238E27FC236}">
                    <a16:creationId xmlns:a16="http://schemas.microsoft.com/office/drawing/2014/main" id="{BF961D06-E739-4B19-AF3B-05D6FF9A0D96}"/>
                  </a:ext>
                </a:extLst>
              </p:cNvPr>
              <p:cNvSpPr/>
              <p:nvPr userDrawn="1"/>
            </p:nvSpPr>
            <p:spPr>
              <a:xfrm>
                <a:off x="10998198" y="4476883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54584" y="0"/>
                    </a:moveTo>
                    <a:lnTo>
                      <a:pt x="0" y="31508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2" name="object 36">
                <a:extLst>
                  <a:ext uri="{FF2B5EF4-FFF2-40B4-BE49-F238E27FC236}">
                    <a16:creationId xmlns:a16="http://schemas.microsoft.com/office/drawing/2014/main" id="{1A198CA3-BB66-427D-B833-D0CEA3633C74}"/>
                  </a:ext>
                </a:extLst>
              </p:cNvPr>
              <p:cNvSpPr/>
              <p:nvPr userDrawn="1"/>
            </p:nvSpPr>
            <p:spPr>
              <a:xfrm>
                <a:off x="11232017" y="4243066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0" y="54584"/>
                    </a:moveTo>
                    <a:lnTo>
                      <a:pt x="31521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3" name="object 37">
                <a:extLst>
                  <a:ext uri="{FF2B5EF4-FFF2-40B4-BE49-F238E27FC236}">
                    <a16:creationId xmlns:a16="http://schemas.microsoft.com/office/drawing/2014/main" id="{2342EE3D-7327-4D8E-99AF-CE4805391991}"/>
                  </a:ext>
                </a:extLst>
              </p:cNvPr>
              <p:cNvSpPr/>
              <p:nvPr userDrawn="1"/>
            </p:nvSpPr>
            <p:spPr>
              <a:xfrm>
                <a:off x="11067794" y="4527495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31521" y="0"/>
                    </a:moveTo>
                    <a:lnTo>
                      <a:pt x="0" y="5458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4" name="object 38">
                <a:extLst>
                  <a:ext uri="{FF2B5EF4-FFF2-40B4-BE49-F238E27FC236}">
                    <a16:creationId xmlns:a16="http://schemas.microsoft.com/office/drawing/2014/main" id="{5698EA37-B628-47BB-80E9-262C5CB01EB0}"/>
                  </a:ext>
                </a:extLst>
              </p:cNvPr>
              <p:cNvSpPr/>
              <p:nvPr userDrawn="1"/>
            </p:nvSpPr>
            <p:spPr>
              <a:xfrm>
                <a:off x="11062674" y="4307544"/>
                <a:ext cx="200693" cy="200693"/>
              </a:xfrm>
              <a:custGeom>
                <a:avLst/>
                <a:gdLst/>
                <a:ahLst/>
                <a:cxnLst/>
                <a:rect l="l" t="t" r="r" b="b"/>
                <a:pathLst>
                  <a:path w="243840" h="243839">
                    <a:moveTo>
                      <a:pt x="0" y="121742"/>
                    </a:moveTo>
                    <a:lnTo>
                      <a:pt x="9567" y="169130"/>
                    </a:lnTo>
                    <a:lnTo>
                      <a:pt x="35658" y="207832"/>
                    </a:lnTo>
                    <a:lnTo>
                      <a:pt x="74355" y="233927"/>
                    </a:lnTo>
                    <a:lnTo>
                      <a:pt x="121742" y="243497"/>
                    </a:lnTo>
                    <a:lnTo>
                      <a:pt x="169136" y="233927"/>
                    </a:lnTo>
                    <a:lnTo>
                      <a:pt x="207837" y="207832"/>
                    </a:lnTo>
                    <a:lnTo>
                      <a:pt x="233929" y="169130"/>
                    </a:lnTo>
                    <a:lnTo>
                      <a:pt x="243497" y="121742"/>
                    </a:lnTo>
                    <a:lnTo>
                      <a:pt x="233929" y="74355"/>
                    </a:lnTo>
                    <a:lnTo>
                      <a:pt x="207837" y="35658"/>
                    </a:lnTo>
                    <a:lnTo>
                      <a:pt x="169136" y="9567"/>
                    </a:lnTo>
                    <a:lnTo>
                      <a:pt x="121742" y="0"/>
                    </a:lnTo>
                    <a:lnTo>
                      <a:pt x="74355" y="9567"/>
                    </a:lnTo>
                    <a:lnTo>
                      <a:pt x="35658" y="35658"/>
                    </a:lnTo>
                    <a:lnTo>
                      <a:pt x="9567" y="74355"/>
                    </a:lnTo>
                    <a:lnTo>
                      <a:pt x="0" y="121742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8" name="Gruppierung 14">
              <a:extLst>
                <a:ext uri="{FF2B5EF4-FFF2-40B4-BE49-F238E27FC236}">
                  <a16:creationId xmlns:a16="http://schemas.microsoft.com/office/drawing/2014/main" id="{3DA437CC-968D-4B6C-BEA8-760A4EB29EE4}"/>
                </a:ext>
              </a:extLst>
            </p:cNvPr>
            <p:cNvGrpSpPr/>
            <p:nvPr userDrawn="1"/>
          </p:nvGrpSpPr>
          <p:grpSpPr>
            <a:xfrm>
              <a:off x="0" y="6040373"/>
              <a:ext cx="9026886" cy="460270"/>
              <a:chOff x="0" y="6040373"/>
              <a:chExt cx="9026886" cy="460270"/>
            </a:xfrm>
          </p:grpSpPr>
          <p:sp>
            <p:nvSpPr>
              <p:cNvPr id="86" name="object 5">
                <a:extLst>
                  <a:ext uri="{FF2B5EF4-FFF2-40B4-BE49-F238E27FC236}">
                    <a16:creationId xmlns:a16="http://schemas.microsoft.com/office/drawing/2014/main" id="{B033DAD2-8FD0-4930-877A-4BA19CC84FA6}"/>
                  </a:ext>
                </a:extLst>
              </p:cNvPr>
              <p:cNvSpPr/>
              <p:nvPr/>
            </p:nvSpPr>
            <p:spPr>
              <a:xfrm>
                <a:off x="8337530" y="6363619"/>
                <a:ext cx="17716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77165">
                    <a:moveTo>
                      <a:pt x="0" y="0"/>
                    </a:moveTo>
                    <a:lnTo>
                      <a:pt x="176809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7" name="object 7">
                <a:extLst>
                  <a:ext uri="{FF2B5EF4-FFF2-40B4-BE49-F238E27FC236}">
                    <a16:creationId xmlns:a16="http://schemas.microsoft.com/office/drawing/2014/main" id="{B5E6149F-FFA9-48F0-9125-D2F5C94F69ED}"/>
                  </a:ext>
                </a:extLst>
              </p:cNvPr>
              <p:cNvSpPr/>
              <p:nvPr/>
            </p:nvSpPr>
            <p:spPr>
              <a:xfrm>
                <a:off x="0" y="6363619"/>
                <a:ext cx="82473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8247380">
                    <a:moveTo>
                      <a:pt x="0" y="0"/>
                    </a:moveTo>
                    <a:lnTo>
                      <a:pt x="8247143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8" name="object 8">
                <a:extLst>
                  <a:ext uri="{FF2B5EF4-FFF2-40B4-BE49-F238E27FC236}">
                    <a16:creationId xmlns:a16="http://schemas.microsoft.com/office/drawing/2014/main" id="{37D9459E-0D41-4294-B49E-1C16C8FFA7E0}"/>
                  </a:ext>
                </a:extLst>
              </p:cNvPr>
              <p:cNvSpPr/>
              <p:nvPr/>
            </p:nvSpPr>
            <p:spPr>
              <a:xfrm>
                <a:off x="8730631" y="6227932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9" name="object 9">
                <a:extLst>
                  <a:ext uri="{FF2B5EF4-FFF2-40B4-BE49-F238E27FC236}">
                    <a16:creationId xmlns:a16="http://schemas.microsoft.com/office/drawing/2014/main" id="{C03AB276-8379-4AAC-AC31-D08510AA6F58}"/>
                  </a:ext>
                </a:extLst>
              </p:cNvPr>
              <p:cNvSpPr/>
              <p:nvPr/>
            </p:nvSpPr>
            <p:spPr>
              <a:xfrm>
                <a:off x="8483920" y="6227932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0" name="object 10">
                <a:extLst>
                  <a:ext uri="{FF2B5EF4-FFF2-40B4-BE49-F238E27FC236}">
                    <a16:creationId xmlns:a16="http://schemas.microsoft.com/office/drawing/2014/main" id="{3404FF4A-EC30-487F-87F4-A6603DA8BC86}"/>
                  </a:ext>
                </a:extLst>
              </p:cNvPr>
              <p:cNvSpPr/>
              <p:nvPr/>
            </p:nvSpPr>
            <p:spPr>
              <a:xfrm>
                <a:off x="8730631" y="6121389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1" name="object 11">
                <a:extLst>
                  <a:ext uri="{FF2B5EF4-FFF2-40B4-BE49-F238E27FC236}">
                    <a16:creationId xmlns:a16="http://schemas.microsoft.com/office/drawing/2014/main" id="{C6EC93A8-969C-4B68-A8E9-6F3616B85191}"/>
                  </a:ext>
                </a:extLst>
              </p:cNvPr>
              <p:cNvSpPr/>
              <p:nvPr/>
            </p:nvSpPr>
            <p:spPr>
              <a:xfrm>
                <a:off x="8483920" y="6121389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2" name="object 12">
                <a:extLst>
                  <a:ext uri="{FF2B5EF4-FFF2-40B4-BE49-F238E27FC236}">
                    <a16:creationId xmlns:a16="http://schemas.microsoft.com/office/drawing/2014/main" id="{992B857C-9BC7-40DA-A528-C46BBC1DC781}"/>
                  </a:ext>
                </a:extLst>
              </p:cNvPr>
              <p:cNvSpPr/>
              <p:nvPr/>
            </p:nvSpPr>
            <p:spPr>
              <a:xfrm>
                <a:off x="8566326" y="6060876"/>
                <a:ext cx="81915" cy="252729"/>
              </a:xfrm>
              <a:custGeom>
                <a:avLst/>
                <a:gdLst/>
                <a:ahLst/>
                <a:cxnLst/>
                <a:rect l="l" t="t" r="r" b="b"/>
                <a:pathLst>
                  <a:path w="81915" h="252729">
                    <a:moveTo>
                      <a:pt x="0" y="210934"/>
                    </a:moveTo>
                    <a:lnTo>
                      <a:pt x="40944" y="252349"/>
                    </a:lnTo>
                    <a:lnTo>
                      <a:pt x="81902" y="210934"/>
                    </a:lnTo>
                    <a:lnTo>
                      <a:pt x="81902" y="0"/>
                    </a:lnTo>
                    <a:lnTo>
                      <a:pt x="0" y="0"/>
                    </a:lnTo>
                    <a:lnTo>
                      <a:pt x="0" y="210934"/>
                    </a:lnTo>
                    <a:close/>
                  </a:path>
                </a:pathLst>
              </a:custGeom>
              <a:ln w="12699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3" name="object 13">
                <a:extLst>
                  <a:ext uri="{FF2B5EF4-FFF2-40B4-BE49-F238E27FC236}">
                    <a16:creationId xmlns:a16="http://schemas.microsoft.com/office/drawing/2014/main" id="{8BA9615A-B1C1-4623-A02C-8B878D9B0004}"/>
                  </a:ext>
                </a:extLst>
              </p:cNvPr>
              <p:cNvSpPr/>
              <p:nvPr/>
            </p:nvSpPr>
            <p:spPr>
              <a:xfrm>
                <a:off x="8483920" y="6167417"/>
                <a:ext cx="247015" cy="60960"/>
              </a:xfrm>
              <a:custGeom>
                <a:avLst/>
                <a:gdLst/>
                <a:ahLst/>
                <a:cxnLst/>
                <a:rect l="l" t="t" r="r" b="b"/>
                <a:pathLst>
                  <a:path w="247015" h="60960">
                    <a:moveTo>
                      <a:pt x="0" y="60515"/>
                    </a:moveTo>
                    <a:lnTo>
                      <a:pt x="246710" y="60515"/>
                    </a:lnTo>
                    <a:lnTo>
                      <a:pt x="164299" y="0"/>
                    </a:lnTo>
                    <a:lnTo>
                      <a:pt x="82410" y="0"/>
                    </a:lnTo>
                    <a:lnTo>
                      <a:pt x="0" y="60515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4" name="object 14">
                <a:extLst>
                  <a:ext uri="{FF2B5EF4-FFF2-40B4-BE49-F238E27FC236}">
                    <a16:creationId xmlns:a16="http://schemas.microsoft.com/office/drawing/2014/main" id="{86048388-C326-4F13-B151-CF34135118AA}"/>
                  </a:ext>
                </a:extLst>
              </p:cNvPr>
              <p:cNvSpPr/>
              <p:nvPr/>
            </p:nvSpPr>
            <p:spPr>
              <a:xfrm>
                <a:off x="8483920" y="6060874"/>
                <a:ext cx="247015" cy="60960"/>
              </a:xfrm>
              <a:custGeom>
                <a:avLst/>
                <a:gdLst/>
                <a:ahLst/>
                <a:cxnLst/>
                <a:rect l="l" t="t" r="r" b="b"/>
                <a:pathLst>
                  <a:path w="247015" h="60960">
                    <a:moveTo>
                      <a:pt x="0" y="60515"/>
                    </a:moveTo>
                    <a:lnTo>
                      <a:pt x="246710" y="60515"/>
                    </a:lnTo>
                    <a:lnTo>
                      <a:pt x="164299" y="0"/>
                    </a:lnTo>
                    <a:lnTo>
                      <a:pt x="82410" y="0"/>
                    </a:lnTo>
                    <a:lnTo>
                      <a:pt x="0" y="60515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5" name="object 15">
                <a:extLst>
                  <a:ext uri="{FF2B5EF4-FFF2-40B4-BE49-F238E27FC236}">
                    <a16:creationId xmlns:a16="http://schemas.microsoft.com/office/drawing/2014/main" id="{82B837EE-1EF6-4084-8862-1CDD944E966E}"/>
                  </a:ext>
                </a:extLst>
              </p:cNvPr>
              <p:cNvSpPr/>
              <p:nvPr/>
            </p:nvSpPr>
            <p:spPr>
              <a:xfrm>
                <a:off x="8607279" y="6271811"/>
                <a:ext cx="91440" cy="92710"/>
              </a:xfrm>
              <a:custGeom>
                <a:avLst/>
                <a:gdLst/>
                <a:ahLst/>
                <a:cxnLst/>
                <a:rect l="l" t="t" r="r" b="b"/>
                <a:pathLst>
                  <a:path w="91440" h="92710">
                    <a:moveTo>
                      <a:pt x="40944" y="0"/>
                    </a:moveTo>
                    <a:lnTo>
                      <a:pt x="90995" y="92151"/>
                    </a:lnTo>
                    <a:lnTo>
                      <a:pt x="0" y="4141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6" name="object 16">
                <a:extLst>
                  <a:ext uri="{FF2B5EF4-FFF2-40B4-BE49-F238E27FC236}">
                    <a16:creationId xmlns:a16="http://schemas.microsoft.com/office/drawing/2014/main" id="{D8C13FF6-ABAA-44B1-BD5F-DB6E3CD0DCA5}"/>
                  </a:ext>
                </a:extLst>
              </p:cNvPr>
              <p:cNvSpPr/>
              <p:nvPr/>
            </p:nvSpPr>
            <p:spPr>
              <a:xfrm>
                <a:off x="8516275" y="6271811"/>
                <a:ext cx="91440" cy="92710"/>
              </a:xfrm>
              <a:custGeom>
                <a:avLst/>
                <a:gdLst/>
                <a:ahLst/>
                <a:cxnLst/>
                <a:rect l="l" t="t" r="r" b="b"/>
                <a:pathLst>
                  <a:path w="91440" h="92710">
                    <a:moveTo>
                      <a:pt x="50050" y="0"/>
                    </a:moveTo>
                    <a:lnTo>
                      <a:pt x="0" y="92151"/>
                    </a:lnTo>
                    <a:lnTo>
                      <a:pt x="90995" y="4141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7" name="object 17">
                <a:extLst>
                  <a:ext uri="{FF2B5EF4-FFF2-40B4-BE49-F238E27FC236}">
                    <a16:creationId xmlns:a16="http://schemas.microsoft.com/office/drawing/2014/main" id="{1BD1233B-BBB7-42E7-9E17-C4A3E45BF0B0}"/>
                  </a:ext>
                </a:extLst>
              </p:cNvPr>
              <p:cNvSpPr/>
              <p:nvPr/>
            </p:nvSpPr>
            <p:spPr>
              <a:xfrm>
                <a:off x="8164555" y="6184883"/>
                <a:ext cx="254000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30479">
                    <a:moveTo>
                      <a:pt x="104901" y="0"/>
                    </a:moveTo>
                    <a:lnTo>
                      <a:pt x="149136" y="0"/>
                    </a:lnTo>
                    <a:lnTo>
                      <a:pt x="253847" y="30187"/>
                    </a:lnTo>
                    <a:lnTo>
                      <a:pt x="153835" y="30187"/>
                    </a:lnTo>
                    <a:lnTo>
                      <a:pt x="0" y="30187"/>
                    </a:lnTo>
                    <a:lnTo>
                      <a:pt x="104901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8" name="object 18">
                <a:extLst>
                  <a:ext uri="{FF2B5EF4-FFF2-40B4-BE49-F238E27FC236}">
                    <a16:creationId xmlns:a16="http://schemas.microsoft.com/office/drawing/2014/main" id="{764F7724-B2C4-4EEC-BF78-3B4462C8A03D}"/>
                  </a:ext>
                </a:extLst>
              </p:cNvPr>
              <p:cNvSpPr/>
              <p:nvPr/>
            </p:nvSpPr>
            <p:spPr>
              <a:xfrm>
                <a:off x="8220333" y="6111744"/>
                <a:ext cx="1428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8575">
                    <a:moveTo>
                      <a:pt x="60299" y="0"/>
                    </a:moveTo>
                    <a:lnTo>
                      <a:pt x="82232" y="0"/>
                    </a:lnTo>
                    <a:lnTo>
                      <a:pt x="142328" y="28384"/>
                    </a:lnTo>
                    <a:lnTo>
                      <a:pt x="0" y="28384"/>
                    </a:lnTo>
                    <a:lnTo>
                      <a:pt x="60299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9" name="object 19">
                <a:extLst>
                  <a:ext uri="{FF2B5EF4-FFF2-40B4-BE49-F238E27FC236}">
                    <a16:creationId xmlns:a16="http://schemas.microsoft.com/office/drawing/2014/main" id="{770D05CC-ADE8-4515-B6EC-9B464FCBDEEC}"/>
                  </a:ext>
                </a:extLst>
              </p:cNvPr>
              <p:cNvSpPr/>
              <p:nvPr/>
            </p:nvSpPr>
            <p:spPr>
              <a:xfrm>
                <a:off x="8246643" y="6040373"/>
                <a:ext cx="90170" cy="322580"/>
              </a:xfrm>
              <a:custGeom>
                <a:avLst/>
                <a:gdLst/>
                <a:ahLst/>
                <a:cxnLst/>
                <a:rect l="l" t="t" r="r" b="b"/>
                <a:pathLst>
                  <a:path w="90170" h="322579">
                    <a:moveTo>
                      <a:pt x="69138" y="174269"/>
                    </a:moveTo>
                    <a:lnTo>
                      <a:pt x="0" y="322478"/>
                    </a:lnTo>
                    <a:lnTo>
                      <a:pt x="44996" y="0"/>
                    </a:lnTo>
                    <a:lnTo>
                      <a:pt x="89674" y="322478"/>
                    </a:lnTo>
                    <a:lnTo>
                      <a:pt x="20612" y="174701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0" name="object 20">
                <a:extLst>
                  <a:ext uri="{FF2B5EF4-FFF2-40B4-BE49-F238E27FC236}">
                    <a16:creationId xmlns:a16="http://schemas.microsoft.com/office/drawing/2014/main" id="{7FB38D60-2387-4A5B-B05E-75C7C11E0929}"/>
                  </a:ext>
                </a:extLst>
              </p:cNvPr>
              <p:cNvSpPr/>
              <p:nvPr/>
            </p:nvSpPr>
            <p:spPr>
              <a:xfrm>
                <a:off x="8497296" y="6364602"/>
                <a:ext cx="52959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529590" h="111125">
                    <a:moveTo>
                      <a:pt x="201396" y="76"/>
                    </a:moveTo>
                    <a:lnTo>
                      <a:pt x="473849" y="0"/>
                    </a:lnTo>
                    <a:lnTo>
                      <a:pt x="512968" y="16202"/>
                    </a:lnTo>
                    <a:lnTo>
                      <a:pt x="529170" y="55321"/>
                    </a:lnTo>
                    <a:lnTo>
                      <a:pt x="524823" y="76856"/>
                    </a:lnTo>
                    <a:lnTo>
                      <a:pt x="512968" y="94440"/>
                    </a:lnTo>
                    <a:lnTo>
                      <a:pt x="495384" y="106295"/>
                    </a:lnTo>
                    <a:lnTo>
                      <a:pt x="473849" y="110642"/>
                    </a:lnTo>
                    <a:lnTo>
                      <a:pt x="0" y="110642"/>
                    </a:lnTo>
                  </a:path>
                </a:pathLst>
              </a:custGeom>
              <a:ln w="12699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1" name="object 21">
                <a:extLst>
                  <a:ext uri="{FF2B5EF4-FFF2-40B4-BE49-F238E27FC236}">
                    <a16:creationId xmlns:a16="http://schemas.microsoft.com/office/drawing/2014/main" id="{F3E19925-B206-4451-B77A-4F4DDE49D9BE}"/>
                  </a:ext>
                </a:extLst>
              </p:cNvPr>
              <p:cNvSpPr/>
              <p:nvPr/>
            </p:nvSpPr>
            <p:spPr>
              <a:xfrm>
                <a:off x="8446492" y="6449843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0"/>
                    </a:moveTo>
                    <a:lnTo>
                      <a:pt x="15510" y="1995"/>
                    </a:lnTo>
                    <a:lnTo>
                      <a:pt x="7437" y="7437"/>
                    </a:lnTo>
                    <a:lnTo>
                      <a:pt x="1995" y="15510"/>
                    </a:lnTo>
                    <a:lnTo>
                      <a:pt x="0" y="25400"/>
                    </a:lnTo>
                    <a:lnTo>
                      <a:pt x="1995" y="35289"/>
                    </a:lnTo>
                    <a:lnTo>
                      <a:pt x="7437" y="43362"/>
                    </a:lnTo>
                    <a:lnTo>
                      <a:pt x="15510" y="48804"/>
                    </a:lnTo>
                    <a:lnTo>
                      <a:pt x="25400" y="50800"/>
                    </a:lnTo>
                    <a:lnTo>
                      <a:pt x="35289" y="48804"/>
                    </a:lnTo>
                    <a:lnTo>
                      <a:pt x="43362" y="43362"/>
                    </a:lnTo>
                    <a:lnTo>
                      <a:pt x="48804" y="35289"/>
                    </a:lnTo>
                    <a:lnTo>
                      <a:pt x="50800" y="25400"/>
                    </a:lnTo>
                    <a:lnTo>
                      <a:pt x="48804" y="15510"/>
                    </a:lnTo>
                    <a:lnTo>
                      <a:pt x="43362" y="7437"/>
                    </a:lnTo>
                    <a:lnTo>
                      <a:pt x="35289" y="1995"/>
                    </a:lnTo>
                    <a:lnTo>
                      <a:pt x="25400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ECE77570-9D88-4A89-9E58-E232CAE25009}"/>
                </a:ext>
              </a:extLst>
            </p:cNvPr>
            <p:cNvGrpSpPr/>
            <p:nvPr userDrawn="1"/>
          </p:nvGrpSpPr>
          <p:grpSpPr>
            <a:xfrm>
              <a:off x="7807856" y="6136761"/>
              <a:ext cx="194402" cy="233814"/>
              <a:chOff x="6199448" y="5757477"/>
              <a:chExt cx="445167" cy="535418"/>
            </a:xfrm>
          </p:grpSpPr>
          <p:sp>
            <p:nvSpPr>
              <p:cNvPr id="80" name="object 9">
                <a:extLst>
                  <a:ext uri="{FF2B5EF4-FFF2-40B4-BE49-F238E27FC236}">
                    <a16:creationId xmlns:a16="http://schemas.microsoft.com/office/drawing/2014/main" id="{FEC2D9A4-E2E9-4D29-A223-7334894C2A16}"/>
                  </a:ext>
                </a:extLst>
              </p:cNvPr>
              <p:cNvSpPr/>
              <p:nvPr userDrawn="1"/>
            </p:nvSpPr>
            <p:spPr>
              <a:xfrm>
                <a:off x="6302730" y="6005107"/>
                <a:ext cx="59055" cy="54610"/>
              </a:xfrm>
              <a:custGeom>
                <a:avLst/>
                <a:gdLst/>
                <a:ahLst/>
                <a:cxnLst/>
                <a:rect l="l" t="t" r="r" b="b"/>
                <a:pathLst>
                  <a:path w="59054" h="54610">
                    <a:moveTo>
                      <a:pt x="58623" y="0"/>
                    </a:moveTo>
                    <a:lnTo>
                      <a:pt x="0" y="54051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1" name="object 10">
                <a:extLst>
                  <a:ext uri="{FF2B5EF4-FFF2-40B4-BE49-F238E27FC236}">
                    <a16:creationId xmlns:a16="http://schemas.microsoft.com/office/drawing/2014/main" id="{D62B5D13-F397-4170-B45C-1A455297C324}"/>
                  </a:ext>
                </a:extLst>
              </p:cNvPr>
              <p:cNvSpPr/>
              <p:nvPr userDrawn="1"/>
            </p:nvSpPr>
            <p:spPr>
              <a:xfrm>
                <a:off x="6571235" y="6064810"/>
                <a:ext cx="40005" cy="34290"/>
              </a:xfrm>
              <a:custGeom>
                <a:avLst/>
                <a:gdLst/>
                <a:ahLst/>
                <a:cxnLst/>
                <a:rect l="l" t="t" r="r" b="b"/>
                <a:pathLst>
                  <a:path w="40004" h="34289">
                    <a:moveTo>
                      <a:pt x="39458" y="0"/>
                    </a:moveTo>
                    <a:lnTo>
                      <a:pt x="0" y="33693"/>
                    </a:lnTo>
                  </a:path>
                </a:pathLst>
              </a:custGeom>
              <a:ln w="12699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2" name="object 11">
                <a:extLst>
                  <a:ext uri="{FF2B5EF4-FFF2-40B4-BE49-F238E27FC236}">
                    <a16:creationId xmlns:a16="http://schemas.microsoft.com/office/drawing/2014/main" id="{E77C0303-3E44-4A26-B9D5-3F1E493E0792}"/>
                  </a:ext>
                </a:extLst>
              </p:cNvPr>
              <p:cNvSpPr/>
              <p:nvPr userDrawn="1"/>
            </p:nvSpPr>
            <p:spPr>
              <a:xfrm>
                <a:off x="6199448" y="5757477"/>
                <a:ext cx="238760" cy="361315"/>
              </a:xfrm>
              <a:custGeom>
                <a:avLst/>
                <a:gdLst/>
                <a:ahLst/>
                <a:cxnLst/>
                <a:rect l="l" t="t" r="r" b="b"/>
                <a:pathLst>
                  <a:path w="238760" h="361314">
                    <a:moveTo>
                      <a:pt x="152401" y="0"/>
                    </a:moveTo>
                    <a:lnTo>
                      <a:pt x="206338" y="59621"/>
                    </a:lnTo>
                    <a:lnTo>
                      <a:pt x="232472" y="101546"/>
                    </a:lnTo>
                    <a:lnTo>
                      <a:pt x="238141" y="145618"/>
                    </a:lnTo>
                    <a:lnTo>
                      <a:pt x="230684" y="211683"/>
                    </a:lnTo>
                    <a:lnTo>
                      <a:pt x="202566" y="282121"/>
                    </a:lnTo>
                    <a:lnTo>
                      <a:pt x="155738" y="328306"/>
                    </a:lnTo>
                    <a:lnTo>
                      <a:pt x="111801" y="353570"/>
                    </a:lnTo>
                    <a:lnTo>
                      <a:pt x="92356" y="361251"/>
                    </a:lnTo>
                    <a:lnTo>
                      <a:pt x="35759" y="331100"/>
                    </a:lnTo>
                    <a:lnTo>
                      <a:pt x="7724" y="306879"/>
                    </a:lnTo>
                    <a:lnTo>
                      <a:pt x="0" y="275833"/>
                    </a:lnTo>
                    <a:lnTo>
                      <a:pt x="4332" y="225209"/>
                    </a:lnTo>
                    <a:lnTo>
                      <a:pt x="18791" y="180068"/>
                    </a:lnTo>
                    <a:lnTo>
                      <a:pt x="47033" y="134047"/>
                    </a:lnTo>
                    <a:lnTo>
                      <a:pt x="81786" y="90087"/>
                    </a:lnTo>
                    <a:lnTo>
                      <a:pt x="115780" y="51131"/>
                    </a:lnTo>
                    <a:lnTo>
                      <a:pt x="141742" y="20121"/>
                    </a:lnTo>
                    <a:lnTo>
                      <a:pt x="152401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3" name="object 12">
                <a:extLst>
                  <a:ext uri="{FF2B5EF4-FFF2-40B4-BE49-F238E27FC236}">
                    <a16:creationId xmlns:a16="http://schemas.microsoft.com/office/drawing/2014/main" id="{3167C8E4-F916-4786-9F5E-A17B4C6CE1CB}"/>
                  </a:ext>
                </a:extLst>
              </p:cNvPr>
              <p:cNvSpPr/>
              <p:nvPr userDrawn="1"/>
            </p:nvSpPr>
            <p:spPr>
              <a:xfrm>
                <a:off x="6291800" y="5958885"/>
                <a:ext cx="29845" cy="334010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334010">
                    <a:moveTo>
                      <a:pt x="0" y="333590"/>
                    </a:moveTo>
                    <a:lnTo>
                      <a:pt x="0" y="159842"/>
                    </a:lnTo>
                    <a:lnTo>
                      <a:pt x="29337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4" name="object 13">
                <a:extLst>
                  <a:ext uri="{FF2B5EF4-FFF2-40B4-BE49-F238E27FC236}">
                    <a16:creationId xmlns:a16="http://schemas.microsoft.com/office/drawing/2014/main" id="{4B9D6ACC-3C79-418A-9F36-12C70DF9A1B0}"/>
                  </a:ext>
                </a:extLst>
              </p:cNvPr>
              <p:cNvSpPr/>
              <p:nvPr userDrawn="1"/>
            </p:nvSpPr>
            <p:spPr>
              <a:xfrm>
                <a:off x="6509995" y="5895716"/>
                <a:ext cx="134620" cy="271780"/>
              </a:xfrm>
              <a:custGeom>
                <a:avLst/>
                <a:gdLst/>
                <a:ahLst/>
                <a:cxnLst/>
                <a:rect l="l" t="t" r="r" b="b"/>
                <a:pathLst>
                  <a:path w="134620" h="271779">
                    <a:moveTo>
                      <a:pt x="49169" y="271462"/>
                    </a:moveTo>
                    <a:lnTo>
                      <a:pt x="98809" y="244084"/>
                    </a:lnTo>
                    <a:lnTo>
                      <a:pt x="124248" y="222365"/>
                    </a:lnTo>
                    <a:lnTo>
                      <a:pt x="133490" y="194972"/>
                    </a:lnTo>
                    <a:lnTo>
                      <a:pt x="134539" y="150571"/>
                    </a:lnTo>
                    <a:lnTo>
                      <a:pt x="129037" y="97915"/>
                    </a:lnTo>
                    <a:lnTo>
                      <a:pt x="116451" y="54292"/>
                    </a:lnTo>
                    <a:lnTo>
                      <a:pt x="101517" y="21165"/>
                    </a:lnTo>
                    <a:lnTo>
                      <a:pt x="88971" y="0"/>
                    </a:lnTo>
                    <a:lnTo>
                      <a:pt x="67453" y="33982"/>
                    </a:lnTo>
                    <a:lnTo>
                      <a:pt x="53324" y="55833"/>
                    </a:lnTo>
                    <a:lnTo>
                      <a:pt x="40320" y="75025"/>
                    </a:lnTo>
                    <a:lnTo>
                      <a:pt x="22182" y="101028"/>
                    </a:lnTo>
                    <a:lnTo>
                      <a:pt x="3912" y="139522"/>
                    </a:lnTo>
                    <a:lnTo>
                      <a:pt x="0" y="183183"/>
                    </a:lnTo>
                    <a:lnTo>
                      <a:pt x="13925" y="228374"/>
                    </a:lnTo>
                    <a:lnTo>
                      <a:pt x="49169" y="271462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5" name="object 14">
                <a:extLst>
                  <a:ext uri="{FF2B5EF4-FFF2-40B4-BE49-F238E27FC236}">
                    <a16:creationId xmlns:a16="http://schemas.microsoft.com/office/drawing/2014/main" id="{36474557-BE7D-4A8F-9C0F-921A858AFE47}"/>
                  </a:ext>
                </a:extLst>
              </p:cNvPr>
              <p:cNvSpPr/>
              <p:nvPr userDrawn="1"/>
            </p:nvSpPr>
            <p:spPr>
              <a:xfrm>
                <a:off x="6559165" y="6040621"/>
                <a:ext cx="22860" cy="252095"/>
              </a:xfrm>
              <a:custGeom>
                <a:avLst/>
                <a:gdLst/>
                <a:ahLst/>
                <a:cxnLst/>
                <a:rect l="l" t="t" r="r" b="b"/>
                <a:pathLst>
                  <a:path w="22859" h="252095">
                    <a:moveTo>
                      <a:pt x="22250" y="0"/>
                    </a:moveTo>
                    <a:lnTo>
                      <a:pt x="0" y="126555"/>
                    </a:lnTo>
                    <a:lnTo>
                      <a:pt x="0" y="251853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781355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 with summary without graphics in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46"/>
          <p:cNvSpPr>
            <a:spLocks noGrp="1"/>
          </p:cNvSpPr>
          <p:nvPr>
            <p:ph type="ftr" sz="quarter" idx="3"/>
          </p:nvPr>
        </p:nvSpPr>
        <p:spPr>
          <a:xfrm>
            <a:off x="9296400" y="6282000"/>
            <a:ext cx="2006600" cy="196850"/>
          </a:xfrm>
          <a:prstGeom prst="rect">
            <a:avLst/>
          </a:prstGeom>
        </p:spPr>
        <p:txBody>
          <a:bodyPr vert="horz" wrap="none" lIns="0" tIns="45720" rIns="0" bIns="0" rtlCol="0" anchor="ctr"/>
          <a:lstStyle>
            <a:lvl1pPr algn="r">
              <a:defRPr sz="900">
                <a:solidFill>
                  <a:srgbClr val="364D54"/>
                </a:solidFill>
                <a:latin typeface="Arial"/>
                <a:cs typeface="Arial"/>
              </a:defRPr>
            </a:lvl1pPr>
          </a:lstStyle>
          <a:p>
            <a:r>
              <a:rPr lang="en-GB" spc="10">
                <a:solidFill>
                  <a:srgbClr val="394D55"/>
                </a:solidFill>
              </a:rPr>
              <a:t>Title of presentation</a:t>
            </a:r>
            <a:endParaRPr lang="en-GB"/>
          </a:p>
        </p:txBody>
      </p:sp>
      <p:sp>
        <p:nvSpPr>
          <p:cNvPr id="6" name="Foliennummernplatzhalter 47"/>
          <p:cNvSpPr>
            <a:spLocks noGrp="1"/>
          </p:cNvSpPr>
          <p:nvPr>
            <p:ph type="sldNum" sz="quarter" idx="4"/>
          </p:nvPr>
        </p:nvSpPr>
        <p:spPr>
          <a:xfrm>
            <a:off x="11556000" y="6248400"/>
            <a:ext cx="406400" cy="228601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9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fld id="{AA9A3908-7F79-4C4B-AE42-4EC7140DD77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47F69DD-F085-4615-A808-BCCA300ED4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5300663"/>
            <a:ext cx="9792000" cy="611955"/>
          </a:xfrm>
          <a:prstGeom prst="rect">
            <a:avLst/>
          </a:prstGeom>
          <a:ln>
            <a:solidFill>
              <a:schemeClr val="bg2"/>
            </a:solidFill>
            <a:prstDash val="sysDot"/>
          </a:ln>
        </p:spPr>
        <p:txBody>
          <a:bodyPr anchor="ctr">
            <a:normAutofit/>
          </a:bodyPr>
          <a:lstStyle>
            <a:lvl1pPr>
              <a:defRPr lang="fr-BE" sz="2000" b="1" kern="1200" baseline="0" dirty="0">
                <a:solidFill>
                  <a:schemeClr val="bg2"/>
                </a:solidFill>
                <a:latin typeface="Arial"/>
                <a:ea typeface="+mj-ea"/>
                <a:cs typeface="Arial"/>
              </a:defRPr>
            </a:lvl1pPr>
          </a:lstStyle>
          <a:p>
            <a:pPr lvl="0"/>
            <a:r>
              <a:rPr lang="en-GB"/>
              <a:t>Summary</a:t>
            </a:r>
            <a:r>
              <a:rPr lang="en-US"/>
              <a:t> - 16 should be the smallest font size. The conclusion should only have two lines.</a:t>
            </a:r>
            <a:endParaRPr lang="fr-BE"/>
          </a:p>
        </p:txBody>
      </p:sp>
      <p:sp>
        <p:nvSpPr>
          <p:cNvPr id="7" name="Titelplatzhalter 10">
            <a:extLst>
              <a:ext uri="{FF2B5EF4-FFF2-40B4-BE49-F238E27FC236}">
                <a16:creationId xmlns:a16="http://schemas.microsoft.com/office/drawing/2014/main" id="{4DF8978D-F11A-433E-A9DE-E6E9F38123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62608"/>
            <a:ext cx="9448800" cy="838200"/>
          </a:xfrm>
          <a:prstGeom prst="rect">
            <a:avLst/>
          </a:prstGeom>
        </p:spPr>
        <p:txBody>
          <a:bodyPr vert="horz" lIns="0" tIns="45720" rIns="0" bIns="0" rtlCol="0" anchor="t">
            <a:normAutofit/>
          </a:bodyPr>
          <a:lstStyle>
            <a:lvl1pPr>
              <a:defRPr sz="2200"/>
            </a:lvl1pPr>
          </a:lstStyle>
          <a:p>
            <a:r>
              <a:rPr lang="en-GB"/>
              <a:t>Continuing page of text with a dark grey heading that may also be two lines long</a:t>
            </a:r>
            <a:endParaRPr lang="de-DE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B864982-C658-4547-A284-C0BF8B258D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952601"/>
            <a:ext cx="9792000" cy="3132584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ts val="232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6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007100" indent="-285750">
              <a:lnSpc>
                <a:spcPts val="150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16000"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—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spcBef>
                <a:spcPts val="1000"/>
              </a:spcBef>
              <a:buClr>
                <a:srgbClr val="FF7300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This is a dummy text, meaning that no final version is available yet.</a:t>
            </a:r>
          </a:p>
          <a:p>
            <a:pPr lvl="1"/>
            <a:r>
              <a:rPr lang="en-GB"/>
              <a:t>This text is only meant to serve as a kind of place marker, which will later be replaced by the finished text.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24878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 with summary + graphics in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pc="10">
                <a:solidFill>
                  <a:srgbClr val="394D55"/>
                </a:solidFill>
              </a:rPr>
              <a:t>Title of presentation</a:t>
            </a:r>
            <a:endParaRPr lang="en-GB"/>
          </a:p>
        </p:txBody>
      </p:sp>
      <p:sp>
        <p:nvSpPr>
          <p:cNvPr id="10" name="object 4"/>
          <p:cNvSpPr/>
          <p:nvPr userDrawn="1"/>
        </p:nvSpPr>
        <p:spPr>
          <a:xfrm>
            <a:off x="11430000" y="6354000"/>
            <a:ext cx="0" cy="117475"/>
          </a:xfrm>
          <a:custGeom>
            <a:avLst/>
            <a:gdLst/>
            <a:ahLst/>
            <a:cxnLst/>
            <a:rect l="l" t="t" r="r" b="b"/>
            <a:pathLst>
              <a:path h="117475">
                <a:moveTo>
                  <a:pt x="0" y="0"/>
                </a:moveTo>
                <a:lnTo>
                  <a:pt x="0" y="117005"/>
                </a:lnTo>
              </a:path>
            </a:pathLst>
          </a:custGeom>
          <a:ln w="6350">
            <a:solidFill>
              <a:srgbClr val="EF7D1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Foliennummernplatzhalter 47"/>
          <p:cNvSpPr>
            <a:spLocks noGrp="1"/>
          </p:cNvSpPr>
          <p:nvPr>
            <p:ph type="sldNum" sz="quarter" idx="4"/>
          </p:nvPr>
        </p:nvSpPr>
        <p:spPr>
          <a:xfrm>
            <a:off x="11556000" y="6248400"/>
            <a:ext cx="406400" cy="228601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9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fld id="{AA9A3908-7F79-4C4B-AE42-4EC7140DD77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36865A0-4084-4390-B986-DEC0356C48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5300663"/>
            <a:ext cx="9792000" cy="611955"/>
          </a:xfrm>
          <a:prstGeom prst="rect">
            <a:avLst/>
          </a:prstGeom>
          <a:ln w="12700">
            <a:solidFill>
              <a:schemeClr val="bg2"/>
            </a:solidFill>
            <a:prstDash val="sysDot"/>
          </a:ln>
        </p:spPr>
        <p:txBody>
          <a:bodyPr anchor="ctr">
            <a:normAutofit/>
          </a:bodyPr>
          <a:lstStyle>
            <a:lvl1pPr>
              <a:defRPr lang="fr-BE" sz="2000" b="1" kern="1200" baseline="0" dirty="0">
                <a:solidFill>
                  <a:schemeClr val="bg2"/>
                </a:solidFill>
                <a:latin typeface="Arial"/>
                <a:ea typeface="+mj-ea"/>
                <a:cs typeface="Arial"/>
              </a:defRPr>
            </a:lvl1pPr>
          </a:lstStyle>
          <a:p>
            <a:pPr lvl="0"/>
            <a:r>
              <a:rPr lang="en-GB"/>
              <a:t>Summary</a:t>
            </a:r>
            <a:r>
              <a:rPr lang="en-US"/>
              <a:t> - 16 should be the smallest font size. The conclusion should only have two lines.</a:t>
            </a:r>
            <a:endParaRPr lang="fr-BE"/>
          </a:p>
        </p:txBody>
      </p:sp>
      <p:sp>
        <p:nvSpPr>
          <p:cNvPr id="37" name="Titelplatzhalter 10">
            <a:extLst>
              <a:ext uri="{FF2B5EF4-FFF2-40B4-BE49-F238E27FC236}">
                <a16:creationId xmlns:a16="http://schemas.microsoft.com/office/drawing/2014/main" id="{995529C8-DB2B-44A8-A136-08EA8A458D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62608"/>
            <a:ext cx="9448800" cy="838200"/>
          </a:xfrm>
          <a:prstGeom prst="rect">
            <a:avLst/>
          </a:prstGeom>
        </p:spPr>
        <p:txBody>
          <a:bodyPr vert="horz" lIns="0" tIns="45720" rIns="0" bIns="0" rtlCol="0" anchor="t">
            <a:normAutofit/>
          </a:bodyPr>
          <a:lstStyle>
            <a:lvl1pPr>
              <a:defRPr sz="2200"/>
            </a:lvl1pPr>
          </a:lstStyle>
          <a:p>
            <a:r>
              <a:rPr lang="en-GB"/>
              <a:t>Continuing page of text with a dark grey heading that may also be two lines long</a:t>
            </a:r>
            <a:endParaRPr lang="de-DE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94D603D1-2D30-4A83-A723-26163691B1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952601"/>
            <a:ext cx="9792000" cy="3132584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ts val="232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6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007100" indent="-285750">
              <a:lnSpc>
                <a:spcPts val="150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16000"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—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spcBef>
                <a:spcPts val="1000"/>
              </a:spcBef>
              <a:buClr>
                <a:srgbClr val="FF7300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This is a dummy text, meaning that no final version is available yet.</a:t>
            </a:r>
          </a:p>
          <a:p>
            <a:pPr lvl="1"/>
            <a:r>
              <a:rPr lang="en-GB"/>
              <a:t>This text is only meant to serve as a kind of place marker, which will later be replaced by the finished text.</a:t>
            </a:r>
            <a:endParaRPr lang="de-DE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72BB4DE-E328-4610-B152-68C00B177B1E}"/>
              </a:ext>
            </a:extLst>
          </p:cNvPr>
          <p:cNvGrpSpPr/>
          <p:nvPr userDrawn="1"/>
        </p:nvGrpSpPr>
        <p:grpSpPr>
          <a:xfrm>
            <a:off x="0" y="5964940"/>
            <a:ext cx="9078301" cy="535703"/>
            <a:chOff x="0" y="5964940"/>
            <a:chExt cx="9078301" cy="535703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B9F7AD7-9BA3-4D70-96E9-363326716BEE}"/>
                </a:ext>
              </a:extLst>
            </p:cNvPr>
            <p:cNvGrpSpPr/>
            <p:nvPr userDrawn="1"/>
          </p:nvGrpSpPr>
          <p:grpSpPr>
            <a:xfrm>
              <a:off x="8906480" y="5964940"/>
              <a:ext cx="171821" cy="171821"/>
              <a:chOff x="10960096" y="4204963"/>
              <a:chExt cx="405867" cy="405866"/>
            </a:xfrm>
          </p:grpSpPr>
          <p:sp>
            <p:nvSpPr>
              <p:cNvPr id="64" name="object 26">
                <a:extLst>
                  <a:ext uri="{FF2B5EF4-FFF2-40B4-BE49-F238E27FC236}">
                    <a16:creationId xmlns:a16="http://schemas.microsoft.com/office/drawing/2014/main" id="{E5C0F357-C732-449D-B971-1F3389905D2A}"/>
                  </a:ext>
                </a:extLst>
              </p:cNvPr>
              <p:cNvSpPr/>
              <p:nvPr userDrawn="1"/>
            </p:nvSpPr>
            <p:spPr>
              <a:xfrm>
                <a:off x="11162878" y="4204963"/>
                <a:ext cx="0" cy="64807"/>
              </a:xfrm>
              <a:custGeom>
                <a:avLst/>
                <a:gdLst/>
                <a:ahLst/>
                <a:cxnLst/>
                <a:rect l="l" t="t" r="r" b="b"/>
                <a:pathLst>
                  <a:path h="78739">
                    <a:moveTo>
                      <a:pt x="0" y="78371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5" name="object 27">
                <a:extLst>
                  <a:ext uri="{FF2B5EF4-FFF2-40B4-BE49-F238E27FC236}">
                    <a16:creationId xmlns:a16="http://schemas.microsoft.com/office/drawing/2014/main" id="{265763EF-C8AA-424F-9D78-8E610B3FD52A}"/>
                  </a:ext>
                </a:extLst>
              </p:cNvPr>
              <p:cNvSpPr/>
              <p:nvPr userDrawn="1"/>
            </p:nvSpPr>
            <p:spPr>
              <a:xfrm>
                <a:off x="10960096" y="4407744"/>
                <a:ext cx="64807" cy="0"/>
              </a:xfrm>
              <a:custGeom>
                <a:avLst/>
                <a:gdLst/>
                <a:ahLst/>
                <a:cxnLst/>
                <a:rect l="l" t="t" r="r" b="b"/>
                <a:pathLst>
                  <a:path w="78740">
                    <a:moveTo>
                      <a:pt x="78371" y="0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6" name="object 28">
                <a:extLst>
                  <a:ext uri="{FF2B5EF4-FFF2-40B4-BE49-F238E27FC236}">
                    <a16:creationId xmlns:a16="http://schemas.microsoft.com/office/drawing/2014/main" id="{6FA2ABAC-7025-4C7F-AF8C-258866B7F80B}"/>
                  </a:ext>
                </a:extLst>
              </p:cNvPr>
              <p:cNvSpPr/>
              <p:nvPr userDrawn="1"/>
            </p:nvSpPr>
            <p:spPr>
              <a:xfrm>
                <a:off x="11162878" y="4546022"/>
                <a:ext cx="0" cy="64807"/>
              </a:xfrm>
              <a:custGeom>
                <a:avLst/>
                <a:gdLst/>
                <a:ahLst/>
                <a:cxnLst/>
                <a:rect l="l" t="t" r="r" b="b"/>
                <a:pathLst>
                  <a:path h="78739">
                    <a:moveTo>
                      <a:pt x="0" y="0"/>
                    </a:moveTo>
                    <a:lnTo>
                      <a:pt x="0" y="78371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7" name="object 29">
                <a:extLst>
                  <a:ext uri="{FF2B5EF4-FFF2-40B4-BE49-F238E27FC236}">
                    <a16:creationId xmlns:a16="http://schemas.microsoft.com/office/drawing/2014/main" id="{05625C50-16B3-4DD4-9934-E5857BE37E6E}"/>
                  </a:ext>
                </a:extLst>
              </p:cNvPr>
              <p:cNvSpPr/>
              <p:nvPr userDrawn="1"/>
            </p:nvSpPr>
            <p:spPr>
              <a:xfrm>
                <a:off x="11301156" y="4407744"/>
                <a:ext cx="64807" cy="0"/>
              </a:xfrm>
              <a:custGeom>
                <a:avLst/>
                <a:gdLst/>
                <a:ahLst/>
                <a:cxnLst/>
                <a:rect l="l" t="t" r="r" b="b"/>
                <a:pathLst>
                  <a:path w="78740">
                    <a:moveTo>
                      <a:pt x="0" y="0"/>
                    </a:moveTo>
                    <a:lnTo>
                      <a:pt x="78371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8" name="object 30">
                <a:extLst>
                  <a:ext uri="{FF2B5EF4-FFF2-40B4-BE49-F238E27FC236}">
                    <a16:creationId xmlns:a16="http://schemas.microsoft.com/office/drawing/2014/main" id="{1E053922-07B6-4A55-895F-1E197FD65CE3}"/>
                  </a:ext>
                </a:extLst>
              </p:cNvPr>
              <p:cNvSpPr/>
              <p:nvPr userDrawn="1"/>
            </p:nvSpPr>
            <p:spPr>
              <a:xfrm>
                <a:off x="10998198" y="4312662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54584" y="31521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9" name="object 31">
                <a:extLst>
                  <a:ext uri="{FF2B5EF4-FFF2-40B4-BE49-F238E27FC236}">
                    <a16:creationId xmlns:a16="http://schemas.microsoft.com/office/drawing/2014/main" id="{9B822AE2-2B27-403E-B9C7-1A155EC7EAF5}"/>
                  </a:ext>
                </a:extLst>
              </p:cNvPr>
              <p:cNvSpPr/>
              <p:nvPr userDrawn="1"/>
            </p:nvSpPr>
            <p:spPr>
              <a:xfrm>
                <a:off x="11282630" y="4476883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0" y="0"/>
                    </a:moveTo>
                    <a:lnTo>
                      <a:pt x="54584" y="31508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0" name="object 32">
                <a:extLst>
                  <a:ext uri="{FF2B5EF4-FFF2-40B4-BE49-F238E27FC236}">
                    <a16:creationId xmlns:a16="http://schemas.microsoft.com/office/drawing/2014/main" id="{7EB02F45-EFE9-4AB7-A4F5-76561BC40908}"/>
                  </a:ext>
                </a:extLst>
              </p:cNvPr>
              <p:cNvSpPr/>
              <p:nvPr userDrawn="1"/>
            </p:nvSpPr>
            <p:spPr>
              <a:xfrm>
                <a:off x="11067805" y="4243066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31508" y="54584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1" name="object 33">
                <a:extLst>
                  <a:ext uri="{FF2B5EF4-FFF2-40B4-BE49-F238E27FC236}">
                    <a16:creationId xmlns:a16="http://schemas.microsoft.com/office/drawing/2014/main" id="{87FE0918-87CE-4D00-B4AB-1DCE2B76CB01}"/>
                  </a:ext>
                </a:extLst>
              </p:cNvPr>
              <p:cNvSpPr/>
              <p:nvPr userDrawn="1"/>
            </p:nvSpPr>
            <p:spPr>
              <a:xfrm>
                <a:off x="11232017" y="4527495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0" y="0"/>
                    </a:moveTo>
                    <a:lnTo>
                      <a:pt x="31521" y="5458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2" name="object 34">
                <a:extLst>
                  <a:ext uri="{FF2B5EF4-FFF2-40B4-BE49-F238E27FC236}">
                    <a16:creationId xmlns:a16="http://schemas.microsoft.com/office/drawing/2014/main" id="{9188B3E8-9BBF-489F-9BF7-EC1BADAB53D5}"/>
                  </a:ext>
                </a:extLst>
              </p:cNvPr>
              <p:cNvSpPr/>
              <p:nvPr userDrawn="1"/>
            </p:nvSpPr>
            <p:spPr>
              <a:xfrm>
                <a:off x="11282630" y="4312662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0" y="31521"/>
                    </a:moveTo>
                    <a:lnTo>
                      <a:pt x="54584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3" name="object 35">
                <a:extLst>
                  <a:ext uri="{FF2B5EF4-FFF2-40B4-BE49-F238E27FC236}">
                    <a16:creationId xmlns:a16="http://schemas.microsoft.com/office/drawing/2014/main" id="{A9D26A0F-2993-48AD-B101-6E708585A23D}"/>
                  </a:ext>
                </a:extLst>
              </p:cNvPr>
              <p:cNvSpPr/>
              <p:nvPr userDrawn="1"/>
            </p:nvSpPr>
            <p:spPr>
              <a:xfrm>
                <a:off x="10998198" y="4476883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54584" y="0"/>
                    </a:moveTo>
                    <a:lnTo>
                      <a:pt x="0" y="31508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4" name="object 36">
                <a:extLst>
                  <a:ext uri="{FF2B5EF4-FFF2-40B4-BE49-F238E27FC236}">
                    <a16:creationId xmlns:a16="http://schemas.microsoft.com/office/drawing/2014/main" id="{7A6B297E-7170-439F-B843-8BA54EB8D844}"/>
                  </a:ext>
                </a:extLst>
              </p:cNvPr>
              <p:cNvSpPr/>
              <p:nvPr userDrawn="1"/>
            </p:nvSpPr>
            <p:spPr>
              <a:xfrm>
                <a:off x="11232017" y="4243066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0" y="54584"/>
                    </a:moveTo>
                    <a:lnTo>
                      <a:pt x="31521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5" name="object 37">
                <a:extLst>
                  <a:ext uri="{FF2B5EF4-FFF2-40B4-BE49-F238E27FC236}">
                    <a16:creationId xmlns:a16="http://schemas.microsoft.com/office/drawing/2014/main" id="{D4ACD853-CC6B-45BE-84EB-7599DC83D1E0}"/>
                  </a:ext>
                </a:extLst>
              </p:cNvPr>
              <p:cNvSpPr/>
              <p:nvPr userDrawn="1"/>
            </p:nvSpPr>
            <p:spPr>
              <a:xfrm>
                <a:off x="11067794" y="4527495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31521" y="0"/>
                    </a:moveTo>
                    <a:lnTo>
                      <a:pt x="0" y="5458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6" name="object 38">
                <a:extLst>
                  <a:ext uri="{FF2B5EF4-FFF2-40B4-BE49-F238E27FC236}">
                    <a16:creationId xmlns:a16="http://schemas.microsoft.com/office/drawing/2014/main" id="{77D7F7DB-A2CE-45C6-A4FB-24A6A1A5B469}"/>
                  </a:ext>
                </a:extLst>
              </p:cNvPr>
              <p:cNvSpPr/>
              <p:nvPr userDrawn="1"/>
            </p:nvSpPr>
            <p:spPr>
              <a:xfrm>
                <a:off x="11062674" y="4307544"/>
                <a:ext cx="200693" cy="200693"/>
              </a:xfrm>
              <a:custGeom>
                <a:avLst/>
                <a:gdLst/>
                <a:ahLst/>
                <a:cxnLst/>
                <a:rect l="l" t="t" r="r" b="b"/>
                <a:pathLst>
                  <a:path w="243840" h="243839">
                    <a:moveTo>
                      <a:pt x="0" y="121742"/>
                    </a:moveTo>
                    <a:lnTo>
                      <a:pt x="9567" y="169130"/>
                    </a:lnTo>
                    <a:lnTo>
                      <a:pt x="35658" y="207832"/>
                    </a:lnTo>
                    <a:lnTo>
                      <a:pt x="74355" y="233927"/>
                    </a:lnTo>
                    <a:lnTo>
                      <a:pt x="121742" y="243497"/>
                    </a:lnTo>
                    <a:lnTo>
                      <a:pt x="169136" y="233927"/>
                    </a:lnTo>
                    <a:lnTo>
                      <a:pt x="207837" y="207832"/>
                    </a:lnTo>
                    <a:lnTo>
                      <a:pt x="233929" y="169130"/>
                    </a:lnTo>
                    <a:lnTo>
                      <a:pt x="243497" y="121742"/>
                    </a:lnTo>
                    <a:lnTo>
                      <a:pt x="233929" y="74355"/>
                    </a:lnTo>
                    <a:lnTo>
                      <a:pt x="207837" y="35658"/>
                    </a:lnTo>
                    <a:lnTo>
                      <a:pt x="169136" y="9567"/>
                    </a:lnTo>
                    <a:lnTo>
                      <a:pt x="121742" y="0"/>
                    </a:lnTo>
                    <a:lnTo>
                      <a:pt x="74355" y="9567"/>
                    </a:lnTo>
                    <a:lnTo>
                      <a:pt x="35658" y="35658"/>
                    </a:lnTo>
                    <a:lnTo>
                      <a:pt x="9567" y="74355"/>
                    </a:lnTo>
                    <a:lnTo>
                      <a:pt x="0" y="121742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40" name="Gruppierung 14">
              <a:extLst>
                <a:ext uri="{FF2B5EF4-FFF2-40B4-BE49-F238E27FC236}">
                  <a16:creationId xmlns:a16="http://schemas.microsoft.com/office/drawing/2014/main" id="{2C0783D8-DFD0-462E-9F8D-49D333E6F941}"/>
                </a:ext>
              </a:extLst>
            </p:cNvPr>
            <p:cNvGrpSpPr/>
            <p:nvPr userDrawn="1"/>
          </p:nvGrpSpPr>
          <p:grpSpPr>
            <a:xfrm>
              <a:off x="0" y="6040373"/>
              <a:ext cx="9026886" cy="460270"/>
              <a:chOff x="0" y="6040373"/>
              <a:chExt cx="9026886" cy="460270"/>
            </a:xfrm>
          </p:grpSpPr>
          <p:sp>
            <p:nvSpPr>
              <p:cNvPr id="48" name="object 5">
                <a:extLst>
                  <a:ext uri="{FF2B5EF4-FFF2-40B4-BE49-F238E27FC236}">
                    <a16:creationId xmlns:a16="http://schemas.microsoft.com/office/drawing/2014/main" id="{CB0F9A52-532F-4130-A289-5E63CB495114}"/>
                  </a:ext>
                </a:extLst>
              </p:cNvPr>
              <p:cNvSpPr/>
              <p:nvPr/>
            </p:nvSpPr>
            <p:spPr>
              <a:xfrm>
                <a:off x="8337530" y="6363619"/>
                <a:ext cx="17716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77165">
                    <a:moveTo>
                      <a:pt x="0" y="0"/>
                    </a:moveTo>
                    <a:lnTo>
                      <a:pt x="176809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9" name="object 7">
                <a:extLst>
                  <a:ext uri="{FF2B5EF4-FFF2-40B4-BE49-F238E27FC236}">
                    <a16:creationId xmlns:a16="http://schemas.microsoft.com/office/drawing/2014/main" id="{5DD8F509-9430-4836-9EB6-65F7AEEC06F4}"/>
                  </a:ext>
                </a:extLst>
              </p:cNvPr>
              <p:cNvSpPr/>
              <p:nvPr/>
            </p:nvSpPr>
            <p:spPr>
              <a:xfrm>
                <a:off x="0" y="6363619"/>
                <a:ext cx="82473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8247380">
                    <a:moveTo>
                      <a:pt x="0" y="0"/>
                    </a:moveTo>
                    <a:lnTo>
                      <a:pt x="8247143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0" name="object 8">
                <a:extLst>
                  <a:ext uri="{FF2B5EF4-FFF2-40B4-BE49-F238E27FC236}">
                    <a16:creationId xmlns:a16="http://schemas.microsoft.com/office/drawing/2014/main" id="{7821111F-2103-4581-9B97-39C3124D2A11}"/>
                  </a:ext>
                </a:extLst>
              </p:cNvPr>
              <p:cNvSpPr/>
              <p:nvPr/>
            </p:nvSpPr>
            <p:spPr>
              <a:xfrm>
                <a:off x="8730631" y="6227932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9">
                <a:extLst>
                  <a:ext uri="{FF2B5EF4-FFF2-40B4-BE49-F238E27FC236}">
                    <a16:creationId xmlns:a16="http://schemas.microsoft.com/office/drawing/2014/main" id="{8B636DF9-4F0C-405D-AA15-A5A2F4887A26}"/>
                  </a:ext>
                </a:extLst>
              </p:cNvPr>
              <p:cNvSpPr/>
              <p:nvPr/>
            </p:nvSpPr>
            <p:spPr>
              <a:xfrm>
                <a:off x="8483920" y="6227932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2" name="object 10">
                <a:extLst>
                  <a:ext uri="{FF2B5EF4-FFF2-40B4-BE49-F238E27FC236}">
                    <a16:creationId xmlns:a16="http://schemas.microsoft.com/office/drawing/2014/main" id="{FAD43923-F240-4534-9EBA-923E61BE7852}"/>
                  </a:ext>
                </a:extLst>
              </p:cNvPr>
              <p:cNvSpPr/>
              <p:nvPr/>
            </p:nvSpPr>
            <p:spPr>
              <a:xfrm>
                <a:off x="8730631" y="6121389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3" name="object 11">
                <a:extLst>
                  <a:ext uri="{FF2B5EF4-FFF2-40B4-BE49-F238E27FC236}">
                    <a16:creationId xmlns:a16="http://schemas.microsoft.com/office/drawing/2014/main" id="{C7A2CA51-B24F-4E22-9F7F-109BE16B2425}"/>
                  </a:ext>
                </a:extLst>
              </p:cNvPr>
              <p:cNvSpPr/>
              <p:nvPr/>
            </p:nvSpPr>
            <p:spPr>
              <a:xfrm>
                <a:off x="8483920" y="6121389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12">
                <a:extLst>
                  <a:ext uri="{FF2B5EF4-FFF2-40B4-BE49-F238E27FC236}">
                    <a16:creationId xmlns:a16="http://schemas.microsoft.com/office/drawing/2014/main" id="{32BB6F28-A513-4EE6-876B-E3202A1AB554}"/>
                  </a:ext>
                </a:extLst>
              </p:cNvPr>
              <p:cNvSpPr/>
              <p:nvPr/>
            </p:nvSpPr>
            <p:spPr>
              <a:xfrm>
                <a:off x="8566326" y="6060876"/>
                <a:ext cx="81915" cy="252729"/>
              </a:xfrm>
              <a:custGeom>
                <a:avLst/>
                <a:gdLst/>
                <a:ahLst/>
                <a:cxnLst/>
                <a:rect l="l" t="t" r="r" b="b"/>
                <a:pathLst>
                  <a:path w="81915" h="252729">
                    <a:moveTo>
                      <a:pt x="0" y="210934"/>
                    </a:moveTo>
                    <a:lnTo>
                      <a:pt x="40944" y="252349"/>
                    </a:lnTo>
                    <a:lnTo>
                      <a:pt x="81902" y="210934"/>
                    </a:lnTo>
                    <a:lnTo>
                      <a:pt x="81902" y="0"/>
                    </a:lnTo>
                    <a:lnTo>
                      <a:pt x="0" y="0"/>
                    </a:lnTo>
                    <a:lnTo>
                      <a:pt x="0" y="210934"/>
                    </a:lnTo>
                    <a:close/>
                  </a:path>
                </a:pathLst>
              </a:custGeom>
              <a:ln w="12699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5" name="object 13">
                <a:extLst>
                  <a:ext uri="{FF2B5EF4-FFF2-40B4-BE49-F238E27FC236}">
                    <a16:creationId xmlns:a16="http://schemas.microsoft.com/office/drawing/2014/main" id="{01643410-59D1-4ABD-AAFD-2B651A292910}"/>
                  </a:ext>
                </a:extLst>
              </p:cNvPr>
              <p:cNvSpPr/>
              <p:nvPr/>
            </p:nvSpPr>
            <p:spPr>
              <a:xfrm>
                <a:off x="8483920" y="6167417"/>
                <a:ext cx="247015" cy="60960"/>
              </a:xfrm>
              <a:custGeom>
                <a:avLst/>
                <a:gdLst/>
                <a:ahLst/>
                <a:cxnLst/>
                <a:rect l="l" t="t" r="r" b="b"/>
                <a:pathLst>
                  <a:path w="247015" h="60960">
                    <a:moveTo>
                      <a:pt x="0" y="60515"/>
                    </a:moveTo>
                    <a:lnTo>
                      <a:pt x="246710" y="60515"/>
                    </a:lnTo>
                    <a:lnTo>
                      <a:pt x="164299" y="0"/>
                    </a:lnTo>
                    <a:lnTo>
                      <a:pt x="82410" y="0"/>
                    </a:lnTo>
                    <a:lnTo>
                      <a:pt x="0" y="60515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6" name="object 14">
                <a:extLst>
                  <a:ext uri="{FF2B5EF4-FFF2-40B4-BE49-F238E27FC236}">
                    <a16:creationId xmlns:a16="http://schemas.microsoft.com/office/drawing/2014/main" id="{C96032E9-42D7-4BE8-86E5-D5527630927E}"/>
                  </a:ext>
                </a:extLst>
              </p:cNvPr>
              <p:cNvSpPr/>
              <p:nvPr/>
            </p:nvSpPr>
            <p:spPr>
              <a:xfrm>
                <a:off x="8483920" y="6060874"/>
                <a:ext cx="247015" cy="60960"/>
              </a:xfrm>
              <a:custGeom>
                <a:avLst/>
                <a:gdLst/>
                <a:ahLst/>
                <a:cxnLst/>
                <a:rect l="l" t="t" r="r" b="b"/>
                <a:pathLst>
                  <a:path w="247015" h="60960">
                    <a:moveTo>
                      <a:pt x="0" y="60515"/>
                    </a:moveTo>
                    <a:lnTo>
                      <a:pt x="246710" y="60515"/>
                    </a:lnTo>
                    <a:lnTo>
                      <a:pt x="164299" y="0"/>
                    </a:lnTo>
                    <a:lnTo>
                      <a:pt x="82410" y="0"/>
                    </a:lnTo>
                    <a:lnTo>
                      <a:pt x="0" y="60515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7" name="object 15">
                <a:extLst>
                  <a:ext uri="{FF2B5EF4-FFF2-40B4-BE49-F238E27FC236}">
                    <a16:creationId xmlns:a16="http://schemas.microsoft.com/office/drawing/2014/main" id="{79444300-870C-4A32-A2E6-88B0361F63FE}"/>
                  </a:ext>
                </a:extLst>
              </p:cNvPr>
              <p:cNvSpPr/>
              <p:nvPr/>
            </p:nvSpPr>
            <p:spPr>
              <a:xfrm>
                <a:off x="8607279" y="6271811"/>
                <a:ext cx="91440" cy="92710"/>
              </a:xfrm>
              <a:custGeom>
                <a:avLst/>
                <a:gdLst/>
                <a:ahLst/>
                <a:cxnLst/>
                <a:rect l="l" t="t" r="r" b="b"/>
                <a:pathLst>
                  <a:path w="91440" h="92710">
                    <a:moveTo>
                      <a:pt x="40944" y="0"/>
                    </a:moveTo>
                    <a:lnTo>
                      <a:pt x="90995" y="92151"/>
                    </a:lnTo>
                    <a:lnTo>
                      <a:pt x="0" y="4141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8" name="object 16">
                <a:extLst>
                  <a:ext uri="{FF2B5EF4-FFF2-40B4-BE49-F238E27FC236}">
                    <a16:creationId xmlns:a16="http://schemas.microsoft.com/office/drawing/2014/main" id="{208D1ECC-E334-491B-B095-B19F282AE3B3}"/>
                  </a:ext>
                </a:extLst>
              </p:cNvPr>
              <p:cNvSpPr/>
              <p:nvPr/>
            </p:nvSpPr>
            <p:spPr>
              <a:xfrm>
                <a:off x="8516275" y="6271811"/>
                <a:ext cx="91440" cy="92710"/>
              </a:xfrm>
              <a:custGeom>
                <a:avLst/>
                <a:gdLst/>
                <a:ahLst/>
                <a:cxnLst/>
                <a:rect l="l" t="t" r="r" b="b"/>
                <a:pathLst>
                  <a:path w="91440" h="92710">
                    <a:moveTo>
                      <a:pt x="50050" y="0"/>
                    </a:moveTo>
                    <a:lnTo>
                      <a:pt x="0" y="92151"/>
                    </a:lnTo>
                    <a:lnTo>
                      <a:pt x="90995" y="4141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17">
                <a:extLst>
                  <a:ext uri="{FF2B5EF4-FFF2-40B4-BE49-F238E27FC236}">
                    <a16:creationId xmlns:a16="http://schemas.microsoft.com/office/drawing/2014/main" id="{620FFE82-4576-4FDF-9424-39AEB91DB04A}"/>
                  </a:ext>
                </a:extLst>
              </p:cNvPr>
              <p:cNvSpPr/>
              <p:nvPr/>
            </p:nvSpPr>
            <p:spPr>
              <a:xfrm>
                <a:off x="8164555" y="6184883"/>
                <a:ext cx="254000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30479">
                    <a:moveTo>
                      <a:pt x="104901" y="0"/>
                    </a:moveTo>
                    <a:lnTo>
                      <a:pt x="149136" y="0"/>
                    </a:lnTo>
                    <a:lnTo>
                      <a:pt x="253847" y="30187"/>
                    </a:lnTo>
                    <a:lnTo>
                      <a:pt x="153835" y="30187"/>
                    </a:lnTo>
                    <a:lnTo>
                      <a:pt x="0" y="30187"/>
                    </a:lnTo>
                    <a:lnTo>
                      <a:pt x="104901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0" name="object 18">
                <a:extLst>
                  <a:ext uri="{FF2B5EF4-FFF2-40B4-BE49-F238E27FC236}">
                    <a16:creationId xmlns:a16="http://schemas.microsoft.com/office/drawing/2014/main" id="{47F00932-EB59-4EF9-A251-56B1EAA952AE}"/>
                  </a:ext>
                </a:extLst>
              </p:cNvPr>
              <p:cNvSpPr/>
              <p:nvPr/>
            </p:nvSpPr>
            <p:spPr>
              <a:xfrm>
                <a:off x="8220333" y="6111744"/>
                <a:ext cx="1428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8575">
                    <a:moveTo>
                      <a:pt x="60299" y="0"/>
                    </a:moveTo>
                    <a:lnTo>
                      <a:pt x="82232" y="0"/>
                    </a:lnTo>
                    <a:lnTo>
                      <a:pt x="142328" y="28384"/>
                    </a:lnTo>
                    <a:lnTo>
                      <a:pt x="0" y="28384"/>
                    </a:lnTo>
                    <a:lnTo>
                      <a:pt x="60299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1" name="object 19">
                <a:extLst>
                  <a:ext uri="{FF2B5EF4-FFF2-40B4-BE49-F238E27FC236}">
                    <a16:creationId xmlns:a16="http://schemas.microsoft.com/office/drawing/2014/main" id="{3B8B9FF6-70F4-451C-9604-5E4AE63E52C6}"/>
                  </a:ext>
                </a:extLst>
              </p:cNvPr>
              <p:cNvSpPr/>
              <p:nvPr/>
            </p:nvSpPr>
            <p:spPr>
              <a:xfrm>
                <a:off x="8246643" y="6040373"/>
                <a:ext cx="90170" cy="322580"/>
              </a:xfrm>
              <a:custGeom>
                <a:avLst/>
                <a:gdLst/>
                <a:ahLst/>
                <a:cxnLst/>
                <a:rect l="l" t="t" r="r" b="b"/>
                <a:pathLst>
                  <a:path w="90170" h="322579">
                    <a:moveTo>
                      <a:pt x="69138" y="174269"/>
                    </a:moveTo>
                    <a:lnTo>
                      <a:pt x="0" y="322478"/>
                    </a:lnTo>
                    <a:lnTo>
                      <a:pt x="44996" y="0"/>
                    </a:lnTo>
                    <a:lnTo>
                      <a:pt x="89674" y="322478"/>
                    </a:lnTo>
                    <a:lnTo>
                      <a:pt x="20612" y="174701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20">
                <a:extLst>
                  <a:ext uri="{FF2B5EF4-FFF2-40B4-BE49-F238E27FC236}">
                    <a16:creationId xmlns:a16="http://schemas.microsoft.com/office/drawing/2014/main" id="{B0B70CA7-E014-4A3B-A4D7-D45FD9ED5F36}"/>
                  </a:ext>
                </a:extLst>
              </p:cNvPr>
              <p:cNvSpPr/>
              <p:nvPr/>
            </p:nvSpPr>
            <p:spPr>
              <a:xfrm>
                <a:off x="8497296" y="6364602"/>
                <a:ext cx="52959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529590" h="111125">
                    <a:moveTo>
                      <a:pt x="201396" y="76"/>
                    </a:moveTo>
                    <a:lnTo>
                      <a:pt x="473849" y="0"/>
                    </a:lnTo>
                    <a:lnTo>
                      <a:pt x="512968" y="16202"/>
                    </a:lnTo>
                    <a:lnTo>
                      <a:pt x="529170" y="55321"/>
                    </a:lnTo>
                    <a:lnTo>
                      <a:pt x="524823" y="76856"/>
                    </a:lnTo>
                    <a:lnTo>
                      <a:pt x="512968" y="94440"/>
                    </a:lnTo>
                    <a:lnTo>
                      <a:pt x="495384" y="106295"/>
                    </a:lnTo>
                    <a:lnTo>
                      <a:pt x="473849" y="110642"/>
                    </a:lnTo>
                    <a:lnTo>
                      <a:pt x="0" y="110642"/>
                    </a:lnTo>
                  </a:path>
                </a:pathLst>
              </a:custGeom>
              <a:ln w="12699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21">
                <a:extLst>
                  <a:ext uri="{FF2B5EF4-FFF2-40B4-BE49-F238E27FC236}">
                    <a16:creationId xmlns:a16="http://schemas.microsoft.com/office/drawing/2014/main" id="{B351977E-CC05-43C2-84C0-2A32C28269D4}"/>
                  </a:ext>
                </a:extLst>
              </p:cNvPr>
              <p:cNvSpPr/>
              <p:nvPr/>
            </p:nvSpPr>
            <p:spPr>
              <a:xfrm>
                <a:off x="8446492" y="6449843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0"/>
                    </a:moveTo>
                    <a:lnTo>
                      <a:pt x="15510" y="1995"/>
                    </a:lnTo>
                    <a:lnTo>
                      <a:pt x="7437" y="7437"/>
                    </a:lnTo>
                    <a:lnTo>
                      <a:pt x="1995" y="15510"/>
                    </a:lnTo>
                    <a:lnTo>
                      <a:pt x="0" y="25400"/>
                    </a:lnTo>
                    <a:lnTo>
                      <a:pt x="1995" y="35289"/>
                    </a:lnTo>
                    <a:lnTo>
                      <a:pt x="7437" y="43362"/>
                    </a:lnTo>
                    <a:lnTo>
                      <a:pt x="15510" y="48804"/>
                    </a:lnTo>
                    <a:lnTo>
                      <a:pt x="25400" y="50800"/>
                    </a:lnTo>
                    <a:lnTo>
                      <a:pt x="35289" y="48804"/>
                    </a:lnTo>
                    <a:lnTo>
                      <a:pt x="43362" y="43362"/>
                    </a:lnTo>
                    <a:lnTo>
                      <a:pt x="48804" y="35289"/>
                    </a:lnTo>
                    <a:lnTo>
                      <a:pt x="50800" y="25400"/>
                    </a:lnTo>
                    <a:lnTo>
                      <a:pt x="48804" y="15510"/>
                    </a:lnTo>
                    <a:lnTo>
                      <a:pt x="43362" y="7437"/>
                    </a:lnTo>
                    <a:lnTo>
                      <a:pt x="35289" y="1995"/>
                    </a:lnTo>
                    <a:lnTo>
                      <a:pt x="25400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7C637AD-C9D6-48CE-8ED7-6A3A9E41B984}"/>
                </a:ext>
              </a:extLst>
            </p:cNvPr>
            <p:cNvGrpSpPr/>
            <p:nvPr userDrawn="1"/>
          </p:nvGrpSpPr>
          <p:grpSpPr>
            <a:xfrm>
              <a:off x="7807856" y="6136761"/>
              <a:ext cx="194402" cy="233814"/>
              <a:chOff x="6199448" y="5757477"/>
              <a:chExt cx="445167" cy="535418"/>
            </a:xfrm>
          </p:grpSpPr>
          <p:sp>
            <p:nvSpPr>
              <p:cNvPr id="42" name="object 9">
                <a:extLst>
                  <a:ext uri="{FF2B5EF4-FFF2-40B4-BE49-F238E27FC236}">
                    <a16:creationId xmlns:a16="http://schemas.microsoft.com/office/drawing/2014/main" id="{EE738D41-8509-4C38-AF90-3E6FA81CB7FE}"/>
                  </a:ext>
                </a:extLst>
              </p:cNvPr>
              <p:cNvSpPr/>
              <p:nvPr userDrawn="1"/>
            </p:nvSpPr>
            <p:spPr>
              <a:xfrm>
                <a:off x="6302730" y="6005107"/>
                <a:ext cx="59055" cy="54610"/>
              </a:xfrm>
              <a:custGeom>
                <a:avLst/>
                <a:gdLst/>
                <a:ahLst/>
                <a:cxnLst/>
                <a:rect l="l" t="t" r="r" b="b"/>
                <a:pathLst>
                  <a:path w="59054" h="54610">
                    <a:moveTo>
                      <a:pt x="58623" y="0"/>
                    </a:moveTo>
                    <a:lnTo>
                      <a:pt x="0" y="54051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3" name="object 10">
                <a:extLst>
                  <a:ext uri="{FF2B5EF4-FFF2-40B4-BE49-F238E27FC236}">
                    <a16:creationId xmlns:a16="http://schemas.microsoft.com/office/drawing/2014/main" id="{A6CEF314-6179-4764-8BD2-4015527BEF72}"/>
                  </a:ext>
                </a:extLst>
              </p:cNvPr>
              <p:cNvSpPr/>
              <p:nvPr userDrawn="1"/>
            </p:nvSpPr>
            <p:spPr>
              <a:xfrm>
                <a:off x="6571235" y="6064810"/>
                <a:ext cx="40005" cy="34290"/>
              </a:xfrm>
              <a:custGeom>
                <a:avLst/>
                <a:gdLst/>
                <a:ahLst/>
                <a:cxnLst/>
                <a:rect l="l" t="t" r="r" b="b"/>
                <a:pathLst>
                  <a:path w="40004" h="34289">
                    <a:moveTo>
                      <a:pt x="39458" y="0"/>
                    </a:moveTo>
                    <a:lnTo>
                      <a:pt x="0" y="33693"/>
                    </a:lnTo>
                  </a:path>
                </a:pathLst>
              </a:custGeom>
              <a:ln w="12699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4" name="object 11">
                <a:extLst>
                  <a:ext uri="{FF2B5EF4-FFF2-40B4-BE49-F238E27FC236}">
                    <a16:creationId xmlns:a16="http://schemas.microsoft.com/office/drawing/2014/main" id="{847C9FA1-54EC-4378-BCFC-4AAE6F5D7024}"/>
                  </a:ext>
                </a:extLst>
              </p:cNvPr>
              <p:cNvSpPr/>
              <p:nvPr userDrawn="1"/>
            </p:nvSpPr>
            <p:spPr>
              <a:xfrm>
                <a:off x="6199448" y="5757477"/>
                <a:ext cx="238760" cy="361315"/>
              </a:xfrm>
              <a:custGeom>
                <a:avLst/>
                <a:gdLst/>
                <a:ahLst/>
                <a:cxnLst/>
                <a:rect l="l" t="t" r="r" b="b"/>
                <a:pathLst>
                  <a:path w="238760" h="361314">
                    <a:moveTo>
                      <a:pt x="152401" y="0"/>
                    </a:moveTo>
                    <a:lnTo>
                      <a:pt x="206338" y="59621"/>
                    </a:lnTo>
                    <a:lnTo>
                      <a:pt x="232472" y="101546"/>
                    </a:lnTo>
                    <a:lnTo>
                      <a:pt x="238141" y="145618"/>
                    </a:lnTo>
                    <a:lnTo>
                      <a:pt x="230684" y="211683"/>
                    </a:lnTo>
                    <a:lnTo>
                      <a:pt x="202566" y="282121"/>
                    </a:lnTo>
                    <a:lnTo>
                      <a:pt x="155738" y="328306"/>
                    </a:lnTo>
                    <a:lnTo>
                      <a:pt x="111801" y="353570"/>
                    </a:lnTo>
                    <a:lnTo>
                      <a:pt x="92356" y="361251"/>
                    </a:lnTo>
                    <a:lnTo>
                      <a:pt x="35759" y="331100"/>
                    </a:lnTo>
                    <a:lnTo>
                      <a:pt x="7724" y="306879"/>
                    </a:lnTo>
                    <a:lnTo>
                      <a:pt x="0" y="275833"/>
                    </a:lnTo>
                    <a:lnTo>
                      <a:pt x="4332" y="225209"/>
                    </a:lnTo>
                    <a:lnTo>
                      <a:pt x="18791" y="180068"/>
                    </a:lnTo>
                    <a:lnTo>
                      <a:pt x="47033" y="134047"/>
                    </a:lnTo>
                    <a:lnTo>
                      <a:pt x="81786" y="90087"/>
                    </a:lnTo>
                    <a:lnTo>
                      <a:pt x="115780" y="51131"/>
                    </a:lnTo>
                    <a:lnTo>
                      <a:pt x="141742" y="20121"/>
                    </a:lnTo>
                    <a:lnTo>
                      <a:pt x="152401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5" name="object 12">
                <a:extLst>
                  <a:ext uri="{FF2B5EF4-FFF2-40B4-BE49-F238E27FC236}">
                    <a16:creationId xmlns:a16="http://schemas.microsoft.com/office/drawing/2014/main" id="{929D8ED8-D3B1-42D9-9D4A-F682F2213ED9}"/>
                  </a:ext>
                </a:extLst>
              </p:cNvPr>
              <p:cNvSpPr/>
              <p:nvPr userDrawn="1"/>
            </p:nvSpPr>
            <p:spPr>
              <a:xfrm>
                <a:off x="6291800" y="5958885"/>
                <a:ext cx="29845" cy="334010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334010">
                    <a:moveTo>
                      <a:pt x="0" y="333590"/>
                    </a:moveTo>
                    <a:lnTo>
                      <a:pt x="0" y="159842"/>
                    </a:lnTo>
                    <a:lnTo>
                      <a:pt x="29337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6" name="object 13">
                <a:extLst>
                  <a:ext uri="{FF2B5EF4-FFF2-40B4-BE49-F238E27FC236}">
                    <a16:creationId xmlns:a16="http://schemas.microsoft.com/office/drawing/2014/main" id="{02B43D3B-A588-4D27-AE6D-35E7AEB07895}"/>
                  </a:ext>
                </a:extLst>
              </p:cNvPr>
              <p:cNvSpPr/>
              <p:nvPr userDrawn="1"/>
            </p:nvSpPr>
            <p:spPr>
              <a:xfrm>
                <a:off x="6509995" y="5895716"/>
                <a:ext cx="134620" cy="271780"/>
              </a:xfrm>
              <a:custGeom>
                <a:avLst/>
                <a:gdLst/>
                <a:ahLst/>
                <a:cxnLst/>
                <a:rect l="l" t="t" r="r" b="b"/>
                <a:pathLst>
                  <a:path w="134620" h="271779">
                    <a:moveTo>
                      <a:pt x="49169" y="271462"/>
                    </a:moveTo>
                    <a:lnTo>
                      <a:pt x="98809" y="244084"/>
                    </a:lnTo>
                    <a:lnTo>
                      <a:pt x="124248" y="222365"/>
                    </a:lnTo>
                    <a:lnTo>
                      <a:pt x="133490" y="194972"/>
                    </a:lnTo>
                    <a:lnTo>
                      <a:pt x="134539" y="150571"/>
                    </a:lnTo>
                    <a:lnTo>
                      <a:pt x="129037" y="97915"/>
                    </a:lnTo>
                    <a:lnTo>
                      <a:pt x="116451" y="54292"/>
                    </a:lnTo>
                    <a:lnTo>
                      <a:pt x="101517" y="21165"/>
                    </a:lnTo>
                    <a:lnTo>
                      <a:pt x="88971" y="0"/>
                    </a:lnTo>
                    <a:lnTo>
                      <a:pt x="67453" y="33982"/>
                    </a:lnTo>
                    <a:lnTo>
                      <a:pt x="53324" y="55833"/>
                    </a:lnTo>
                    <a:lnTo>
                      <a:pt x="40320" y="75025"/>
                    </a:lnTo>
                    <a:lnTo>
                      <a:pt x="22182" y="101028"/>
                    </a:lnTo>
                    <a:lnTo>
                      <a:pt x="3912" y="139522"/>
                    </a:lnTo>
                    <a:lnTo>
                      <a:pt x="0" y="183183"/>
                    </a:lnTo>
                    <a:lnTo>
                      <a:pt x="13925" y="228374"/>
                    </a:lnTo>
                    <a:lnTo>
                      <a:pt x="49169" y="271462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7" name="object 14">
                <a:extLst>
                  <a:ext uri="{FF2B5EF4-FFF2-40B4-BE49-F238E27FC236}">
                    <a16:creationId xmlns:a16="http://schemas.microsoft.com/office/drawing/2014/main" id="{6405CB4A-C947-4DCC-A311-62920128EF8A}"/>
                  </a:ext>
                </a:extLst>
              </p:cNvPr>
              <p:cNvSpPr/>
              <p:nvPr userDrawn="1"/>
            </p:nvSpPr>
            <p:spPr>
              <a:xfrm>
                <a:off x="6559165" y="6040621"/>
                <a:ext cx="22860" cy="252095"/>
              </a:xfrm>
              <a:custGeom>
                <a:avLst/>
                <a:gdLst/>
                <a:ahLst/>
                <a:cxnLst/>
                <a:rect l="l" t="t" r="r" b="b"/>
                <a:pathLst>
                  <a:path w="22859" h="252095">
                    <a:moveTo>
                      <a:pt x="22250" y="0"/>
                    </a:moveTo>
                    <a:lnTo>
                      <a:pt x="0" y="126555"/>
                    </a:lnTo>
                    <a:lnTo>
                      <a:pt x="0" y="251853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578429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 in 2 colums +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pc="10">
                <a:solidFill>
                  <a:srgbClr val="394D55"/>
                </a:solidFill>
              </a:rPr>
              <a:t>Title of presentation</a:t>
            </a:r>
            <a:endParaRPr lang="en-GB"/>
          </a:p>
        </p:txBody>
      </p:sp>
      <p:sp>
        <p:nvSpPr>
          <p:cNvPr id="8" name="Foliennummernplatzhalter 47"/>
          <p:cNvSpPr>
            <a:spLocks noGrp="1"/>
          </p:cNvSpPr>
          <p:nvPr>
            <p:ph type="sldNum" sz="quarter" idx="4"/>
          </p:nvPr>
        </p:nvSpPr>
        <p:spPr>
          <a:xfrm>
            <a:off x="11556000" y="6248400"/>
            <a:ext cx="406400" cy="228601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9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fld id="{AA9A3908-7F79-4C4B-AE42-4EC7140DD77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Titelplatzhalter 10">
            <a:extLst>
              <a:ext uri="{FF2B5EF4-FFF2-40B4-BE49-F238E27FC236}">
                <a16:creationId xmlns:a16="http://schemas.microsoft.com/office/drawing/2014/main" id="{D7EE0D7F-270C-4552-B249-E18FCA156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62608"/>
            <a:ext cx="9448800" cy="838200"/>
          </a:xfrm>
          <a:prstGeom prst="rect">
            <a:avLst/>
          </a:prstGeom>
        </p:spPr>
        <p:txBody>
          <a:bodyPr vert="horz" lIns="0" tIns="45720" rIns="0" bIns="0" rtlCol="0" anchor="t">
            <a:normAutofit/>
          </a:bodyPr>
          <a:lstStyle>
            <a:lvl1pPr>
              <a:defRPr sz="2200"/>
            </a:lvl1pPr>
          </a:lstStyle>
          <a:p>
            <a:r>
              <a:rPr lang="en-GB"/>
              <a:t>Continuing page of text with a dark grey heading that may also be two lines long</a:t>
            </a:r>
            <a:endParaRPr lang="de-DE"/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FBCC8302-4233-4401-9C0B-5AD39EC898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5378400"/>
            <a:ext cx="9792000" cy="5472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1400"/>
              </a:lnSpc>
              <a:spcBef>
                <a:spcPts val="219"/>
              </a:spcBef>
              <a:defRPr sz="1100" b="0" baseline="0">
                <a:solidFill>
                  <a:schemeClr val="accent2"/>
                </a:solidFill>
              </a:defRPr>
            </a:lvl1pPr>
          </a:lstStyle>
          <a:p>
            <a:r>
              <a:rPr lang="en-GB" b="1">
                <a:solidFill>
                  <a:schemeClr val="bg2"/>
                </a:solidFill>
              </a:rPr>
              <a:t>This is a minor note, </a:t>
            </a:r>
            <a:r>
              <a:rPr lang="en-GB"/>
              <a:t>meaning that no final version is available yet. This is running text in black, meaning that no final version is available yet.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48F09BF-C8B6-4D38-B2BB-A9C7173B519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952601"/>
            <a:ext cx="4716000" cy="3132584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ts val="232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6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11350" indent="-285750">
              <a:lnSpc>
                <a:spcPts val="200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16000"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—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spcBef>
                <a:spcPts val="1000"/>
              </a:spcBef>
              <a:buClr>
                <a:srgbClr val="FF7300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This is a dummy text, meaning that no final version is available yet.</a:t>
            </a:r>
          </a:p>
          <a:p>
            <a:pPr lvl="1"/>
            <a:r>
              <a:rPr lang="en-GB"/>
              <a:t>This text is only meant to serve as a kind of place marker, which will later be replaced by the finished text.</a:t>
            </a:r>
            <a:endParaRPr lang="de-DE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1DEABD4-9B4C-4BF3-AF9A-28A80D2C5D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90400" y="1952601"/>
            <a:ext cx="4716000" cy="3132584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ts val="232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6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11350" indent="-285750">
              <a:lnSpc>
                <a:spcPts val="200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16000"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—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spcBef>
                <a:spcPts val="1000"/>
              </a:spcBef>
              <a:buClr>
                <a:srgbClr val="FF7300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This is a dummy text, meaning that no final version is available yet.</a:t>
            </a:r>
          </a:p>
          <a:p>
            <a:pPr lvl="1"/>
            <a:r>
              <a:rPr lang="en-GB"/>
              <a:t>This text is only meant to serve as a kind of place marker, which will later be replaced by the finished text.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418654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 in 2 colums + Note + graphics in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pc="10">
                <a:solidFill>
                  <a:srgbClr val="394D55"/>
                </a:solidFill>
              </a:rPr>
              <a:t>Title of presentation</a:t>
            </a:r>
            <a:endParaRPr lang="en-GB"/>
          </a:p>
        </p:txBody>
      </p:sp>
      <p:sp>
        <p:nvSpPr>
          <p:cNvPr id="8" name="Foliennummernplatzhalter 47"/>
          <p:cNvSpPr>
            <a:spLocks noGrp="1"/>
          </p:cNvSpPr>
          <p:nvPr>
            <p:ph type="sldNum" sz="quarter" idx="4"/>
          </p:nvPr>
        </p:nvSpPr>
        <p:spPr>
          <a:xfrm>
            <a:off x="11556000" y="6248400"/>
            <a:ext cx="406400" cy="228601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9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fld id="{AA9A3908-7F79-4C4B-AE42-4EC7140DD77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2" name="Titelplatzhalter 10">
            <a:extLst>
              <a:ext uri="{FF2B5EF4-FFF2-40B4-BE49-F238E27FC236}">
                <a16:creationId xmlns:a16="http://schemas.microsoft.com/office/drawing/2014/main" id="{336B1238-7809-4012-8741-6E3084548C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62608"/>
            <a:ext cx="9448800" cy="838200"/>
          </a:xfrm>
          <a:prstGeom prst="rect">
            <a:avLst/>
          </a:prstGeom>
        </p:spPr>
        <p:txBody>
          <a:bodyPr vert="horz" lIns="0" tIns="45720" rIns="0" bIns="0" rtlCol="0" anchor="t">
            <a:normAutofit/>
          </a:bodyPr>
          <a:lstStyle>
            <a:lvl1pPr>
              <a:defRPr sz="2200"/>
            </a:lvl1pPr>
          </a:lstStyle>
          <a:p>
            <a:r>
              <a:rPr lang="en-GB"/>
              <a:t>Continuing page of text with a dark grey heading that may also be two lines long</a:t>
            </a:r>
            <a:endParaRPr lang="de-DE"/>
          </a:p>
        </p:txBody>
      </p:sp>
      <p:sp>
        <p:nvSpPr>
          <p:cNvPr id="33" name="Textplatzhalter 17">
            <a:extLst>
              <a:ext uri="{FF2B5EF4-FFF2-40B4-BE49-F238E27FC236}">
                <a16:creationId xmlns:a16="http://schemas.microsoft.com/office/drawing/2014/main" id="{AC8BD974-6F88-4CAC-BD9D-3CE80DE1A6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5378400"/>
            <a:ext cx="9792000" cy="5472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1400"/>
              </a:lnSpc>
              <a:spcBef>
                <a:spcPts val="219"/>
              </a:spcBef>
              <a:defRPr sz="1100" b="0" baseline="0">
                <a:solidFill>
                  <a:schemeClr val="accent2"/>
                </a:solidFill>
              </a:defRPr>
            </a:lvl1pPr>
          </a:lstStyle>
          <a:p>
            <a:r>
              <a:rPr lang="en-GB" b="1">
                <a:solidFill>
                  <a:schemeClr val="bg2"/>
                </a:solidFill>
              </a:rPr>
              <a:t>This is a minor note, </a:t>
            </a:r>
            <a:r>
              <a:rPr lang="en-GB"/>
              <a:t>meaning that no final version is available yet. This is running text in black, meaning that no final version is available yet.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88C0815E-F267-4906-A645-2DD4F5A2369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952601"/>
            <a:ext cx="4716000" cy="3132584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ts val="232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6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11350" indent="-285750">
              <a:lnSpc>
                <a:spcPts val="200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lang="de-DE" sz="1400" kern="1200" dirty="0" smtClean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16000"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—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spcBef>
                <a:spcPts val="1000"/>
              </a:spcBef>
              <a:buClr>
                <a:srgbClr val="FF7300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This is a dummy text, meaning that no final version is available yet.</a:t>
            </a:r>
          </a:p>
          <a:p>
            <a:pPr lvl="1"/>
            <a:r>
              <a:rPr lang="en-GB"/>
              <a:t>This text is only meant to serve as a kind of place marker, which will later be replaced by the finished text.</a:t>
            </a:r>
            <a:endParaRPr lang="de-DE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111BFE82-F3A3-4E59-B944-5480B089692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90400" y="1952601"/>
            <a:ext cx="4716000" cy="3132584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ts val="232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6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11350" indent="-285750">
              <a:lnSpc>
                <a:spcPts val="200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lang="de-DE" sz="1400" kern="1200" dirty="0" smtClean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16000"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—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spcBef>
                <a:spcPts val="1000"/>
              </a:spcBef>
              <a:buClr>
                <a:srgbClr val="FF7300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This is a dummy text, meaning that no final version is available yet.</a:t>
            </a:r>
          </a:p>
          <a:p>
            <a:pPr lvl="1"/>
            <a:r>
              <a:rPr lang="en-GB"/>
              <a:t>This text is only meant to serve as a kind of place marker, which will later be replaced by the finished text.</a:t>
            </a:r>
            <a:endParaRPr lang="de-DE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9EA06EE-CCA2-413E-8539-94F1D5B1F3A0}"/>
              </a:ext>
            </a:extLst>
          </p:cNvPr>
          <p:cNvGrpSpPr/>
          <p:nvPr userDrawn="1"/>
        </p:nvGrpSpPr>
        <p:grpSpPr>
          <a:xfrm>
            <a:off x="0" y="5964940"/>
            <a:ext cx="9078301" cy="535703"/>
            <a:chOff x="0" y="5964940"/>
            <a:chExt cx="9078301" cy="535703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300E17B-D518-477A-8287-228586E7A306}"/>
                </a:ext>
              </a:extLst>
            </p:cNvPr>
            <p:cNvGrpSpPr/>
            <p:nvPr userDrawn="1"/>
          </p:nvGrpSpPr>
          <p:grpSpPr>
            <a:xfrm>
              <a:off x="8906480" y="5964940"/>
              <a:ext cx="171821" cy="171821"/>
              <a:chOff x="10960096" y="4204963"/>
              <a:chExt cx="405867" cy="405866"/>
            </a:xfrm>
          </p:grpSpPr>
          <p:sp>
            <p:nvSpPr>
              <p:cNvPr id="62" name="object 26">
                <a:extLst>
                  <a:ext uri="{FF2B5EF4-FFF2-40B4-BE49-F238E27FC236}">
                    <a16:creationId xmlns:a16="http://schemas.microsoft.com/office/drawing/2014/main" id="{83B0147F-AA8A-4AD4-8578-0A85F2C491EC}"/>
                  </a:ext>
                </a:extLst>
              </p:cNvPr>
              <p:cNvSpPr/>
              <p:nvPr userDrawn="1"/>
            </p:nvSpPr>
            <p:spPr>
              <a:xfrm>
                <a:off x="11162878" y="4204963"/>
                <a:ext cx="0" cy="64807"/>
              </a:xfrm>
              <a:custGeom>
                <a:avLst/>
                <a:gdLst/>
                <a:ahLst/>
                <a:cxnLst/>
                <a:rect l="l" t="t" r="r" b="b"/>
                <a:pathLst>
                  <a:path h="78739">
                    <a:moveTo>
                      <a:pt x="0" y="78371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27">
                <a:extLst>
                  <a:ext uri="{FF2B5EF4-FFF2-40B4-BE49-F238E27FC236}">
                    <a16:creationId xmlns:a16="http://schemas.microsoft.com/office/drawing/2014/main" id="{0207EADF-4B15-442D-8A18-C84E52C7151C}"/>
                  </a:ext>
                </a:extLst>
              </p:cNvPr>
              <p:cNvSpPr/>
              <p:nvPr userDrawn="1"/>
            </p:nvSpPr>
            <p:spPr>
              <a:xfrm>
                <a:off x="10960096" y="4407744"/>
                <a:ext cx="64807" cy="0"/>
              </a:xfrm>
              <a:custGeom>
                <a:avLst/>
                <a:gdLst/>
                <a:ahLst/>
                <a:cxnLst/>
                <a:rect l="l" t="t" r="r" b="b"/>
                <a:pathLst>
                  <a:path w="78740">
                    <a:moveTo>
                      <a:pt x="78371" y="0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4" name="object 28">
                <a:extLst>
                  <a:ext uri="{FF2B5EF4-FFF2-40B4-BE49-F238E27FC236}">
                    <a16:creationId xmlns:a16="http://schemas.microsoft.com/office/drawing/2014/main" id="{783FA8FD-ECF5-4DB8-9B59-C8EFFB4CBB00}"/>
                  </a:ext>
                </a:extLst>
              </p:cNvPr>
              <p:cNvSpPr/>
              <p:nvPr userDrawn="1"/>
            </p:nvSpPr>
            <p:spPr>
              <a:xfrm>
                <a:off x="11162878" y="4546022"/>
                <a:ext cx="0" cy="64807"/>
              </a:xfrm>
              <a:custGeom>
                <a:avLst/>
                <a:gdLst/>
                <a:ahLst/>
                <a:cxnLst/>
                <a:rect l="l" t="t" r="r" b="b"/>
                <a:pathLst>
                  <a:path h="78739">
                    <a:moveTo>
                      <a:pt x="0" y="0"/>
                    </a:moveTo>
                    <a:lnTo>
                      <a:pt x="0" y="78371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5" name="object 29">
                <a:extLst>
                  <a:ext uri="{FF2B5EF4-FFF2-40B4-BE49-F238E27FC236}">
                    <a16:creationId xmlns:a16="http://schemas.microsoft.com/office/drawing/2014/main" id="{CFD6AD3B-8A85-4C3D-B8F4-671642A4BA87}"/>
                  </a:ext>
                </a:extLst>
              </p:cNvPr>
              <p:cNvSpPr/>
              <p:nvPr userDrawn="1"/>
            </p:nvSpPr>
            <p:spPr>
              <a:xfrm>
                <a:off x="11301156" y="4407744"/>
                <a:ext cx="64807" cy="0"/>
              </a:xfrm>
              <a:custGeom>
                <a:avLst/>
                <a:gdLst/>
                <a:ahLst/>
                <a:cxnLst/>
                <a:rect l="l" t="t" r="r" b="b"/>
                <a:pathLst>
                  <a:path w="78740">
                    <a:moveTo>
                      <a:pt x="0" y="0"/>
                    </a:moveTo>
                    <a:lnTo>
                      <a:pt x="78371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6" name="object 30">
                <a:extLst>
                  <a:ext uri="{FF2B5EF4-FFF2-40B4-BE49-F238E27FC236}">
                    <a16:creationId xmlns:a16="http://schemas.microsoft.com/office/drawing/2014/main" id="{4443FB02-9500-49E0-AB5C-463FF1DE6975}"/>
                  </a:ext>
                </a:extLst>
              </p:cNvPr>
              <p:cNvSpPr/>
              <p:nvPr userDrawn="1"/>
            </p:nvSpPr>
            <p:spPr>
              <a:xfrm>
                <a:off x="10998198" y="4312662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54584" y="31521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7" name="object 31">
                <a:extLst>
                  <a:ext uri="{FF2B5EF4-FFF2-40B4-BE49-F238E27FC236}">
                    <a16:creationId xmlns:a16="http://schemas.microsoft.com/office/drawing/2014/main" id="{944B1EA1-2690-457A-B299-623B9E1C0304}"/>
                  </a:ext>
                </a:extLst>
              </p:cNvPr>
              <p:cNvSpPr/>
              <p:nvPr userDrawn="1"/>
            </p:nvSpPr>
            <p:spPr>
              <a:xfrm>
                <a:off x="11282630" y="4476883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0" y="0"/>
                    </a:moveTo>
                    <a:lnTo>
                      <a:pt x="54584" y="31508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8" name="object 32">
                <a:extLst>
                  <a:ext uri="{FF2B5EF4-FFF2-40B4-BE49-F238E27FC236}">
                    <a16:creationId xmlns:a16="http://schemas.microsoft.com/office/drawing/2014/main" id="{5F403432-8E1B-4ACB-8FB9-BD7C58874AA4}"/>
                  </a:ext>
                </a:extLst>
              </p:cNvPr>
              <p:cNvSpPr/>
              <p:nvPr userDrawn="1"/>
            </p:nvSpPr>
            <p:spPr>
              <a:xfrm>
                <a:off x="11067805" y="4243066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31508" y="54584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9" name="object 33">
                <a:extLst>
                  <a:ext uri="{FF2B5EF4-FFF2-40B4-BE49-F238E27FC236}">
                    <a16:creationId xmlns:a16="http://schemas.microsoft.com/office/drawing/2014/main" id="{87C2B030-7191-4F48-A24D-0CB97221AF01}"/>
                  </a:ext>
                </a:extLst>
              </p:cNvPr>
              <p:cNvSpPr/>
              <p:nvPr userDrawn="1"/>
            </p:nvSpPr>
            <p:spPr>
              <a:xfrm>
                <a:off x="11232017" y="4527495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0" y="0"/>
                    </a:moveTo>
                    <a:lnTo>
                      <a:pt x="31521" y="5458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0" name="object 34">
                <a:extLst>
                  <a:ext uri="{FF2B5EF4-FFF2-40B4-BE49-F238E27FC236}">
                    <a16:creationId xmlns:a16="http://schemas.microsoft.com/office/drawing/2014/main" id="{78E1F970-DE16-4CEC-B926-5238A087EBFD}"/>
                  </a:ext>
                </a:extLst>
              </p:cNvPr>
              <p:cNvSpPr/>
              <p:nvPr userDrawn="1"/>
            </p:nvSpPr>
            <p:spPr>
              <a:xfrm>
                <a:off x="11282630" y="4312662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0" y="31521"/>
                    </a:moveTo>
                    <a:lnTo>
                      <a:pt x="54584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1" name="object 35">
                <a:extLst>
                  <a:ext uri="{FF2B5EF4-FFF2-40B4-BE49-F238E27FC236}">
                    <a16:creationId xmlns:a16="http://schemas.microsoft.com/office/drawing/2014/main" id="{25BF79DB-8147-47D8-9146-A07B8B4D4676}"/>
                  </a:ext>
                </a:extLst>
              </p:cNvPr>
              <p:cNvSpPr/>
              <p:nvPr userDrawn="1"/>
            </p:nvSpPr>
            <p:spPr>
              <a:xfrm>
                <a:off x="10998198" y="4476883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54584" y="0"/>
                    </a:moveTo>
                    <a:lnTo>
                      <a:pt x="0" y="31508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2" name="object 36">
                <a:extLst>
                  <a:ext uri="{FF2B5EF4-FFF2-40B4-BE49-F238E27FC236}">
                    <a16:creationId xmlns:a16="http://schemas.microsoft.com/office/drawing/2014/main" id="{2B9EEF6F-2940-4E5D-ADE9-B599ABAEF7BA}"/>
                  </a:ext>
                </a:extLst>
              </p:cNvPr>
              <p:cNvSpPr/>
              <p:nvPr userDrawn="1"/>
            </p:nvSpPr>
            <p:spPr>
              <a:xfrm>
                <a:off x="11232017" y="4243066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0" y="54584"/>
                    </a:moveTo>
                    <a:lnTo>
                      <a:pt x="31521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3" name="object 37">
                <a:extLst>
                  <a:ext uri="{FF2B5EF4-FFF2-40B4-BE49-F238E27FC236}">
                    <a16:creationId xmlns:a16="http://schemas.microsoft.com/office/drawing/2014/main" id="{2EF7831E-B9E2-4F7C-9954-5C53E45232F7}"/>
                  </a:ext>
                </a:extLst>
              </p:cNvPr>
              <p:cNvSpPr/>
              <p:nvPr userDrawn="1"/>
            </p:nvSpPr>
            <p:spPr>
              <a:xfrm>
                <a:off x="11067794" y="4527495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31521" y="0"/>
                    </a:moveTo>
                    <a:lnTo>
                      <a:pt x="0" y="5458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4" name="object 38">
                <a:extLst>
                  <a:ext uri="{FF2B5EF4-FFF2-40B4-BE49-F238E27FC236}">
                    <a16:creationId xmlns:a16="http://schemas.microsoft.com/office/drawing/2014/main" id="{9E7E06B5-83E8-41C4-B837-68574D71F1CC}"/>
                  </a:ext>
                </a:extLst>
              </p:cNvPr>
              <p:cNvSpPr/>
              <p:nvPr userDrawn="1"/>
            </p:nvSpPr>
            <p:spPr>
              <a:xfrm>
                <a:off x="11062674" y="4307544"/>
                <a:ext cx="200693" cy="200693"/>
              </a:xfrm>
              <a:custGeom>
                <a:avLst/>
                <a:gdLst/>
                <a:ahLst/>
                <a:cxnLst/>
                <a:rect l="l" t="t" r="r" b="b"/>
                <a:pathLst>
                  <a:path w="243840" h="243839">
                    <a:moveTo>
                      <a:pt x="0" y="121742"/>
                    </a:moveTo>
                    <a:lnTo>
                      <a:pt x="9567" y="169130"/>
                    </a:lnTo>
                    <a:lnTo>
                      <a:pt x="35658" y="207832"/>
                    </a:lnTo>
                    <a:lnTo>
                      <a:pt x="74355" y="233927"/>
                    </a:lnTo>
                    <a:lnTo>
                      <a:pt x="121742" y="243497"/>
                    </a:lnTo>
                    <a:lnTo>
                      <a:pt x="169136" y="233927"/>
                    </a:lnTo>
                    <a:lnTo>
                      <a:pt x="207837" y="207832"/>
                    </a:lnTo>
                    <a:lnTo>
                      <a:pt x="233929" y="169130"/>
                    </a:lnTo>
                    <a:lnTo>
                      <a:pt x="243497" y="121742"/>
                    </a:lnTo>
                    <a:lnTo>
                      <a:pt x="233929" y="74355"/>
                    </a:lnTo>
                    <a:lnTo>
                      <a:pt x="207837" y="35658"/>
                    </a:lnTo>
                    <a:lnTo>
                      <a:pt x="169136" y="9567"/>
                    </a:lnTo>
                    <a:lnTo>
                      <a:pt x="121742" y="0"/>
                    </a:lnTo>
                    <a:lnTo>
                      <a:pt x="74355" y="9567"/>
                    </a:lnTo>
                    <a:lnTo>
                      <a:pt x="35658" y="35658"/>
                    </a:lnTo>
                    <a:lnTo>
                      <a:pt x="9567" y="74355"/>
                    </a:lnTo>
                    <a:lnTo>
                      <a:pt x="0" y="121742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38" name="Gruppierung 14">
              <a:extLst>
                <a:ext uri="{FF2B5EF4-FFF2-40B4-BE49-F238E27FC236}">
                  <a16:creationId xmlns:a16="http://schemas.microsoft.com/office/drawing/2014/main" id="{C3F1219A-61A5-450B-819F-71CEF639F1F1}"/>
                </a:ext>
              </a:extLst>
            </p:cNvPr>
            <p:cNvGrpSpPr/>
            <p:nvPr userDrawn="1"/>
          </p:nvGrpSpPr>
          <p:grpSpPr>
            <a:xfrm>
              <a:off x="0" y="6040373"/>
              <a:ext cx="9026886" cy="460270"/>
              <a:chOff x="0" y="6040373"/>
              <a:chExt cx="9026886" cy="460270"/>
            </a:xfrm>
          </p:grpSpPr>
          <p:sp>
            <p:nvSpPr>
              <p:cNvPr id="46" name="object 5">
                <a:extLst>
                  <a:ext uri="{FF2B5EF4-FFF2-40B4-BE49-F238E27FC236}">
                    <a16:creationId xmlns:a16="http://schemas.microsoft.com/office/drawing/2014/main" id="{6A65ECB9-AAAD-45B8-B23D-C5ED712365B8}"/>
                  </a:ext>
                </a:extLst>
              </p:cNvPr>
              <p:cNvSpPr/>
              <p:nvPr/>
            </p:nvSpPr>
            <p:spPr>
              <a:xfrm>
                <a:off x="8337530" y="6363619"/>
                <a:ext cx="17716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77165">
                    <a:moveTo>
                      <a:pt x="0" y="0"/>
                    </a:moveTo>
                    <a:lnTo>
                      <a:pt x="176809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7" name="object 7">
                <a:extLst>
                  <a:ext uri="{FF2B5EF4-FFF2-40B4-BE49-F238E27FC236}">
                    <a16:creationId xmlns:a16="http://schemas.microsoft.com/office/drawing/2014/main" id="{A8002860-C4D2-49D0-A62B-7B4C5E97E379}"/>
                  </a:ext>
                </a:extLst>
              </p:cNvPr>
              <p:cNvSpPr/>
              <p:nvPr/>
            </p:nvSpPr>
            <p:spPr>
              <a:xfrm>
                <a:off x="0" y="6363619"/>
                <a:ext cx="82473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8247380">
                    <a:moveTo>
                      <a:pt x="0" y="0"/>
                    </a:moveTo>
                    <a:lnTo>
                      <a:pt x="8247143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8" name="object 8">
                <a:extLst>
                  <a:ext uri="{FF2B5EF4-FFF2-40B4-BE49-F238E27FC236}">
                    <a16:creationId xmlns:a16="http://schemas.microsoft.com/office/drawing/2014/main" id="{5232C8E8-80F7-4454-BF95-20604B9F413F}"/>
                  </a:ext>
                </a:extLst>
              </p:cNvPr>
              <p:cNvSpPr/>
              <p:nvPr/>
            </p:nvSpPr>
            <p:spPr>
              <a:xfrm>
                <a:off x="8730631" y="6227932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9" name="object 9">
                <a:extLst>
                  <a:ext uri="{FF2B5EF4-FFF2-40B4-BE49-F238E27FC236}">
                    <a16:creationId xmlns:a16="http://schemas.microsoft.com/office/drawing/2014/main" id="{E0530151-0CA9-4CDF-B5FF-81406E3999A4}"/>
                  </a:ext>
                </a:extLst>
              </p:cNvPr>
              <p:cNvSpPr/>
              <p:nvPr/>
            </p:nvSpPr>
            <p:spPr>
              <a:xfrm>
                <a:off x="8483920" y="6227932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0" name="object 10">
                <a:extLst>
                  <a:ext uri="{FF2B5EF4-FFF2-40B4-BE49-F238E27FC236}">
                    <a16:creationId xmlns:a16="http://schemas.microsoft.com/office/drawing/2014/main" id="{BB9C4F84-28DB-429A-865A-4E0E7E4292C9}"/>
                  </a:ext>
                </a:extLst>
              </p:cNvPr>
              <p:cNvSpPr/>
              <p:nvPr/>
            </p:nvSpPr>
            <p:spPr>
              <a:xfrm>
                <a:off x="8730631" y="6121389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11">
                <a:extLst>
                  <a:ext uri="{FF2B5EF4-FFF2-40B4-BE49-F238E27FC236}">
                    <a16:creationId xmlns:a16="http://schemas.microsoft.com/office/drawing/2014/main" id="{A64E11F1-68A5-4E6A-9AC5-8E98A4149B59}"/>
                  </a:ext>
                </a:extLst>
              </p:cNvPr>
              <p:cNvSpPr/>
              <p:nvPr/>
            </p:nvSpPr>
            <p:spPr>
              <a:xfrm>
                <a:off x="8483920" y="6121389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2" name="object 12">
                <a:extLst>
                  <a:ext uri="{FF2B5EF4-FFF2-40B4-BE49-F238E27FC236}">
                    <a16:creationId xmlns:a16="http://schemas.microsoft.com/office/drawing/2014/main" id="{35A9D1F3-985E-4C02-BEF6-B80D6E946FB8}"/>
                  </a:ext>
                </a:extLst>
              </p:cNvPr>
              <p:cNvSpPr/>
              <p:nvPr/>
            </p:nvSpPr>
            <p:spPr>
              <a:xfrm>
                <a:off x="8566326" y="6060876"/>
                <a:ext cx="81915" cy="252729"/>
              </a:xfrm>
              <a:custGeom>
                <a:avLst/>
                <a:gdLst/>
                <a:ahLst/>
                <a:cxnLst/>
                <a:rect l="l" t="t" r="r" b="b"/>
                <a:pathLst>
                  <a:path w="81915" h="252729">
                    <a:moveTo>
                      <a:pt x="0" y="210934"/>
                    </a:moveTo>
                    <a:lnTo>
                      <a:pt x="40944" y="252349"/>
                    </a:lnTo>
                    <a:lnTo>
                      <a:pt x="81902" y="210934"/>
                    </a:lnTo>
                    <a:lnTo>
                      <a:pt x="81902" y="0"/>
                    </a:lnTo>
                    <a:lnTo>
                      <a:pt x="0" y="0"/>
                    </a:lnTo>
                    <a:lnTo>
                      <a:pt x="0" y="210934"/>
                    </a:lnTo>
                    <a:close/>
                  </a:path>
                </a:pathLst>
              </a:custGeom>
              <a:ln w="12699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3" name="object 13">
                <a:extLst>
                  <a:ext uri="{FF2B5EF4-FFF2-40B4-BE49-F238E27FC236}">
                    <a16:creationId xmlns:a16="http://schemas.microsoft.com/office/drawing/2014/main" id="{9002D268-BB7C-47B7-8DAA-3045B8C17C8E}"/>
                  </a:ext>
                </a:extLst>
              </p:cNvPr>
              <p:cNvSpPr/>
              <p:nvPr/>
            </p:nvSpPr>
            <p:spPr>
              <a:xfrm>
                <a:off x="8483920" y="6167417"/>
                <a:ext cx="247015" cy="60960"/>
              </a:xfrm>
              <a:custGeom>
                <a:avLst/>
                <a:gdLst/>
                <a:ahLst/>
                <a:cxnLst/>
                <a:rect l="l" t="t" r="r" b="b"/>
                <a:pathLst>
                  <a:path w="247015" h="60960">
                    <a:moveTo>
                      <a:pt x="0" y="60515"/>
                    </a:moveTo>
                    <a:lnTo>
                      <a:pt x="246710" y="60515"/>
                    </a:lnTo>
                    <a:lnTo>
                      <a:pt x="164299" y="0"/>
                    </a:lnTo>
                    <a:lnTo>
                      <a:pt x="82410" y="0"/>
                    </a:lnTo>
                    <a:lnTo>
                      <a:pt x="0" y="60515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14">
                <a:extLst>
                  <a:ext uri="{FF2B5EF4-FFF2-40B4-BE49-F238E27FC236}">
                    <a16:creationId xmlns:a16="http://schemas.microsoft.com/office/drawing/2014/main" id="{E3071341-5316-4450-AF6E-4DD518CBAE02}"/>
                  </a:ext>
                </a:extLst>
              </p:cNvPr>
              <p:cNvSpPr/>
              <p:nvPr/>
            </p:nvSpPr>
            <p:spPr>
              <a:xfrm>
                <a:off x="8483920" y="6060874"/>
                <a:ext cx="247015" cy="60960"/>
              </a:xfrm>
              <a:custGeom>
                <a:avLst/>
                <a:gdLst/>
                <a:ahLst/>
                <a:cxnLst/>
                <a:rect l="l" t="t" r="r" b="b"/>
                <a:pathLst>
                  <a:path w="247015" h="60960">
                    <a:moveTo>
                      <a:pt x="0" y="60515"/>
                    </a:moveTo>
                    <a:lnTo>
                      <a:pt x="246710" y="60515"/>
                    </a:lnTo>
                    <a:lnTo>
                      <a:pt x="164299" y="0"/>
                    </a:lnTo>
                    <a:lnTo>
                      <a:pt x="82410" y="0"/>
                    </a:lnTo>
                    <a:lnTo>
                      <a:pt x="0" y="60515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5" name="object 15">
                <a:extLst>
                  <a:ext uri="{FF2B5EF4-FFF2-40B4-BE49-F238E27FC236}">
                    <a16:creationId xmlns:a16="http://schemas.microsoft.com/office/drawing/2014/main" id="{FE93AA9D-D5A2-44E3-8503-7E15737DC0DA}"/>
                  </a:ext>
                </a:extLst>
              </p:cNvPr>
              <p:cNvSpPr/>
              <p:nvPr/>
            </p:nvSpPr>
            <p:spPr>
              <a:xfrm>
                <a:off x="8607279" y="6271811"/>
                <a:ext cx="91440" cy="92710"/>
              </a:xfrm>
              <a:custGeom>
                <a:avLst/>
                <a:gdLst/>
                <a:ahLst/>
                <a:cxnLst/>
                <a:rect l="l" t="t" r="r" b="b"/>
                <a:pathLst>
                  <a:path w="91440" h="92710">
                    <a:moveTo>
                      <a:pt x="40944" y="0"/>
                    </a:moveTo>
                    <a:lnTo>
                      <a:pt x="90995" y="92151"/>
                    </a:lnTo>
                    <a:lnTo>
                      <a:pt x="0" y="4141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6" name="object 16">
                <a:extLst>
                  <a:ext uri="{FF2B5EF4-FFF2-40B4-BE49-F238E27FC236}">
                    <a16:creationId xmlns:a16="http://schemas.microsoft.com/office/drawing/2014/main" id="{99DCB6C7-1ECD-439A-BC92-CFC6A8DA4913}"/>
                  </a:ext>
                </a:extLst>
              </p:cNvPr>
              <p:cNvSpPr/>
              <p:nvPr/>
            </p:nvSpPr>
            <p:spPr>
              <a:xfrm>
                <a:off x="8516275" y="6271811"/>
                <a:ext cx="91440" cy="92710"/>
              </a:xfrm>
              <a:custGeom>
                <a:avLst/>
                <a:gdLst/>
                <a:ahLst/>
                <a:cxnLst/>
                <a:rect l="l" t="t" r="r" b="b"/>
                <a:pathLst>
                  <a:path w="91440" h="92710">
                    <a:moveTo>
                      <a:pt x="50050" y="0"/>
                    </a:moveTo>
                    <a:lnTo>
                      <a:pt x="0" y="92151"/>
                    </a:lnTo>
                    <a:lnTo>
                      <a:pt x="90995" y="4141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7" name="object 17">
                <a:extLst>
                  <a:ext uri="{FF2B5EF4-FFF2-40B4-BE49-F238E27FC236}">
                    <a16:creationId xmlns:a16="http://schemas.microsoft.com/office/drawing/2014/main" id="{873190E5-5692-452C-AC10-7CD757E81948}"/>
                  </a:ext>
                </a:extLst>
              </p:cNvPr>
              <p:cNvSpPr/>
              <p:nvPr/>
            </p:nvSpPr>
            <p:spPr>
              <a:xfrm>
                <a:off x="8164555" y="6184883"/>
                <a:ext cx="254000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30479">
                    <a:moveTo>
                      <a:pt x="104901" y="0"/>
                    </a:moveTo>
                    <a:lnTo>
                      <a:pt x="149136" y="0"/>
                    </a:lnTo>
                    <a:lnTo>
                      <a:pt x="253847" y="30187"/>
                    </a:lnTo>
                    <a:lnTo>
                      <a:pt x="153835" y="30187"/>
                    </a:lnTo>
                    <a:lnTo>
                      <a:pt x="0" y="30187"/>
                    </a:lnTo>
                    <a:lnTo>
                      <a:pt x="104901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8" name="object 18">
                <a:extLst>
                  <a:ext uri="{FF2B5EF4-FFF2-40B4-BE49-F238E27FC236}">
                    <a16:creationId xmlns:a16="http://schemas.microsoft.com/office/drawing/2014/main" id="{AD1117A2-8C39-4481-8A7A-0442884A60C3}"/>
                  </a:ext>
                </a:extLst>
              </p:cNvPr>
              <p:cNvSpPr/>
              <p:nvPr/>
            </p:nvSpPr>
            <p:spPr>
              <a:xfrm>
                <a:off x="8220333" y="6111744"/>
                <a:ext cx="1428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8575">
                    <a:moveTo>
                      <a:pt x="60299" y="0"/>
                    </a:moveTo>
                    <a:lnTo>
                      <a:pt x="82232" y="0"/>
                    </a:lnTo>
                    <a:lnTo>
                      <a:pt x="142328" y="28384"/>
                    </a:lnTo>
                    <a:lnTo>
                      <a:pt x="0" y="28384"/>
                    </a:lnTo>
                    <a:lnTo>
                      <a:pt x="60299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19">
                <a:extLst>
                  <a:ext uri="{FF2B5EF4-FFF2-40B4-BE49-F238E27FC236}">
                    <a16:creationId xmlns:a16="http://schemas.microsoft.com/office/drawing/2014/main" id="{652ED167-A171-4FD4-8226-4240BC6FDE69}"/>
                  </a:ext>
                </a:extLst>
              </p:cNvPr>
              <p:cNvSpPr/>
              <p:nvPr/>
            </p:nvSpPr>
            <p:spPr>
              <a:xfrm>
                <a:off x="8246643" y="6040373"/>
                <a:ext cx="90170" cy="322580"/>
              </a:xfrm>
              <a:custGeom>
                <a:avLst/>
                <a:gdLst/>
                <a:ahLst/>
                <a:cxnLst/>
                <a:rect l="l" t="t" r="r" b="b"/>
                <a:pathLst>
                  <a:path w="90170" h="322579">
                    <a:moveTo>
                      <a:pt x="69138" y="174269"/>
                    </a:moveTo>
                    <a:lnTo>
                      <a:pt x="0" y="322478"/>
                    </a:lnTo>
                    <a:lnTo>
                      <a:pt x="44996" y="0"/>
                    </a:lnTo>
                    <a:lnTo>
                      <a:pt x="89674" y="322478"/>
                    </a:lnTo>
                    <a:lnTo>
                      <a:pt x="20612" y="174701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0" name="object 20">
                <a:extLst>
                  <a:ext uri="{FF2B5EF4-FFF2-40B4-BE49-F238E27FC236}">
                    <a16:creationId xmlns:a16="http://schemas.microsoft.com/office/drawing/2014/main" id="{BE526F89-4C25-4200-89E3-10C915E2159C}"/>
                  </a:ext>
                </a:extLst>
              </p:cNvPr>
              <p:cNvSpPr/>
              <p:nvPr/>
            </p:nvSpPr>
            <p:spPr>
              <a:xfrm>
                <a:off x="8497296" y="6364602"/>
                <a:ext cx="52959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529590" h="111125">
                    <a:moveTo>
                      <a:pt x="201396" y="76"/>
                    </a:moveTo>
                    <a:lnTo>
                      <a:pt x="473849" y="0"/>
                    </a:lnTo>
                    <a:lnTo>
                      <a:pt x="512968" y="16202"/>
                    </a:lnTo>
                    <a:lnTo>
                      <a:pt x="529170" y="55321"/>
                    </a:lnTo>
                    <a:lnTo>
                      <a:pt x="524823" y="76856"/>
                    </a:lnTo>
                    <a:lnTo>
                      <a:pt x="512968" y="94440"/>
                    </a:lnTo>
                    <a:lnTo>
                      <a:pt x="495384" y="106295"/>
                    </a:lnTo>
                    <a:lnTo>
                      <a:pt x="473849" y="110642"/>
                    </a:lnTo>
                    <a:lnTo>
                      <a:pt x="0" y="110642"/>
                    </a:lnTo>
                  </a:path>
                </a:pathLst>
              </a:custGeom>
              <a:ln w="12699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1" name="object 21">
                <a:extLst>
                  <a:ext uri="{FF2B5EF4-FFF2-40B4-BE49-F238E27FC236}">
                    <a16:creationId xmlns:a16="http://schemas.microsoft.com/office/drawing/2014/main" id="{BD728810-BFCD-40A6-85B9-70FDD972F5FD}"/>
                  </a:ext>
                </a:extLst>
              </p:cNvPr>
              <p:cNvSpPr/>
              <p:nvPr/>
            </p:nvSpPr>
            <p:spPr>
              <a:xfrm>
                <a:off x="8446492" y="6449843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0"/>
                    </a:moveTo>
                    <a:lnTo>
                      <a:pt x="15510" y="1995"/>
                    </a:lnTo>
                    <a:lnTo>
                      <a:pt x="7437" y="7437"/>
                    </a:lnTo>
                    <a:lnTo>
                      <a:pt x="1995" y="15510"/>
                    </a:lnTo>
                    <a:lnTo>
                      <a:pt x="0" y="25400"/>
                    </a:lnTo>
                    <a:lnTo>
                      <a:pt x="1995" y="35289"/>
                    </a:lnTo>
                    <a:lnTo>
                      <a:pt x="7437" y="43362"/>
                    </a:lnTo>
                    <a:lnTo>
                      <a:pt x="15510" y="48804"/>
                    </a:lnTo>
                    <a:lnTo>
                      <a:pt x="25400" y="50800"/>
                    </a:lnTo>
                    <a:lnTo>
                      <a:pt x="35289" y="48804"/>
                    </a:lnTo>
                    <a:lnTo>
                      <a:pt x="43362" y="43362"/>
                    </a:lnTo>
                    <a:lnTo>
                      <a:pt x="48804" y="35289"/>
                    </a:lnTo>
                    <a:lnTo>
                      <a:pt x="50800" y="25400"/>
                    </a:lnTo>
                    <a:lnTo>
                      <a:pt x="48804" y="15510"/>
                    </a:lnTo>
                    <a:lnTo>
                      <a:pt x="43362" y="7437"/>
                    </a:lnTo>
                    <a:lnTo>
                      <a:pt x="35289" y="1995"/>
                    </a:lnTo>
                    <a:lnTo>
                      <a:pt x="25400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8D2E19A-BE99-4FE4-9364-5D459004CF6B}"/>
                </a:ext>
              </a:extLst>
            </p:cNvPr>
            <p:cNvGrpSpPr/>
            <p:nvPr userDrawn="1"/>
          </p:nvGrpSpPr>
          <p:grpSpPr>
            <a:xfrm>
              <a:off x="7807856" y="6136761"/>
              <a:ext cx="194402" cy="233814"/>
              <a:chOff x="6199448" y="5757477"/>
              <a:chExt cx="445167" cy="535418"/>
            </a:xfrm>
          </p:grpSpPr>
          <p:sp>
            <p:nvSpPr>
              <p:cNvPr id="40" name="object 9">
                <a:extLst>
                  <a:ext uri="{FF2B5EF4-FFF2-40B4-BE49-F238E27FC236}">
                    <a16:creationId xmlns:a16="http://schemas.microsoft.com/office/drawing/2014/main" id="{117E5DD4-5948-49BD-9FA9-7364B9E826BE}"/>
                  </a:ext>
                </a:extLst>
              </p:cNvPr>
              <p:cNvSpPr/>
              <p:nvPr userDrawn="1"/>
            </p:nvSpPr>
            <p:spPr>
              <a:xfrm>
                <a:off x="6302730" y="6005107"/>
                <a:ext cx="59055" cy="54610"/>
              </a:xfrm>
              <a:custGeom>
                <a:avLst/>
                <a:gdLst/>
                <a:ahLst/>
                <a:cxnLst/>
                <a:rect l="l" t="t" r="r" b="b"/>
                <a:pathLst>
                  <a:path w="59054" h="54610">
                    <a:moveTo>
                      <a:pt x="58623" y="0"/>
                    </a:moveTo>
                    <a:lnTo>
                      <a:pt x="0" y="54051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10">
                <a:extLst>
                  <a:ext uri="{FF2B5EF4-FFF2-40B4-BE49-F238E27FC236}">
                    <a16:creationId xmlns:a16="http://schemas.microsoft.com/office/drawing/2014/main" id="{40926237-0339-432D-A76D-AAA3330C4127}"/>
                  </a:ext>
                </a:extLst>
              </p:cNvPr>
              <p:cNvSpPr/>
              <p:nvPr userDrawn="1"/>
            </p:nvSpPr>
            <p:spPr>
              <a:xfrm>
                <a:off x="6571235" y="6064810"/>
                <a:ext cx="40005" cy="34290"/>
              </a:xfrm>
              <a:custGeom>
                <a:avLst/>
                <a:gdLst/>
                <a:ahLst/>
                <a:cxnLst/>
                <a:rect l="l" t="t" r="r" b="b"/>
                <a:pathLst>
                  <a:path w="40004" h="34289">
                    <a:moveTo>
                      <a:pt x="39458" y="0"/>
                    </a:moveTo>
                    <a:lnTo>
                      <a:pt x="0" y="33693"/>
                    </a:lnTo>
                  </a:path>
                </a:pathLst>
              </a:custGeom>
              <a:ln w="12699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11">
                <a:extLst>
                  <a:ext uri="{FF2B5EF4-FFF2-40B4-BE49-F238E27FC236}">
                    <a16:creationId xmlns:a16="http://schemas.microsoft.com/office/drawing/2014/main" id="{228FBEC8-F6CD-401D-A90F-0A69CA70F535}"/>
                  </a:ext>
                </a:extLst>
              </p:cNvPr>
              <p:cNvSpPr/>
              <p:nvPr userDrawn="1"/>
            </p:nvSpPr>
            <p:spPr>
              <a:xfrm>
                <a:off x="6199448" y="5757477"/>
                <a:ext cx="238760" cy="361315"/>
              </a:xfrm>
              <a:custGeom>
                <a:avLst/>
                <a:gdLst/>
                <a:ahLst/>
                <a:cxnLst/>
                <a:rect l="l" t="t" r="r" b="b"/>
                <a:pathLst>
                  <a:path w="238760" h="361314">
                    <a:moveTo>
                      <a:pt x="152401" y="0"/>
                    </a:moveTo>
                    <a:lnTo>
                      <a:pt x="206338" y="59621"/>
                    </a:lnTo>
                    <a:lnTo>
                      <a:pt x="232472" y="101546"/>
                    </a:lnTo>
                    <a:lnTo>
                      <a:pt x="238141" y="145618"/>
                    </a:lnTo>
                    <a:lnTo>
                      <a:pt x="230684" y="211683"/>
                    </a:lnTo>
                    <a:lnTo>
                      <a:pt x="202566" y="282121"/>
                    </a:lnTo>
                    <a:lnTo>
                      <a:pt x="155738" y="328306"/>
                    </a:lnTo>
                    <a:lnTo>
                      <a:pt x="111801" y="353570"/>
                    </a:lnTo>
                    <a:lnTo>
                      <a:pt x="92356" y="361251"/>
                    </a:lnTo>
                    <a:lnTo>
                      <a:pt x="35759" y="331100"/>
                    </a:lnTo>
                    <a:lnTo>
                      <a:pt x="7724" y="306879"/>
                    </a:lnTo>
                    <a:lnTo>
                      <a:pt x="0" y="275833"/>
                    </a:lnTo>
                    <a:lnTo>
                      <a:pt x="4332" y="225209"/>
                    </a:lnTo>
                    <a:lnTo>
                      <a:pt x="18791" y="180068"/>
                    </a:lnTo>
                    <a:lnTo>
                      <a:pt x="47033" y="134047"/>
                    </a:lnTo>
                    <a:lnTo>
                      <a:pt x="81786" y="90087"/>
                    </a:lnTo>
                    <a:lnTo>
                      <a:pt x="115780" y="51131"/>
                    </a:lnTo>
                    <a:lnTo>
                      <a:pt x="141742" y="20121"/>
                    </a:lnTo>
                    <a:lnTo>
                      <a:pt x="152401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3" name="object 12">
                <a:extLst>
                  <a:ext uri="{FF2B5EF4-FFF2-40B4-BE49-F238E27FC236}">
                    <a16:creationId xmlns:a16="http://schemas.microsoft.com/office/drawing/2014/main" id="{9B776CF1-AAF6-4002-9CEB-C4507AF9A4EC}"/>
                  </a:ext>
                </a:extLst>
              </p:cNvPr>
              <p:cNvSpPr/>
              <p:nvPr userDrawn="1"/>
            </p:nvSpPr>
            <p:spPr>
              <a:xfrm>
                <a:off x="6291800" y="5958885"/>
                <a:ext cx="29845" cy="334010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334010">
                    <a:moveTo>
                      <a:pt x="0" y="333590"/>
                    </a:moveTo>
                    <a:lnTo>
                      <a:pt x="0" y="159842"/>
                    </a:lnTo>
                    <a:lnTo>
                      <a:pt x="29337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4" name="object 13">
                <a:extLst>
                  <a:ext uri="{FF2B5EF4-FFF2-40B4-BE49-F238E27FC236}">
                    <a16:creationId xmlns:a16="http://schemas.microsoft.com/office/drawing/2014/main" id="{521084B1-A51E-4F5D-811C-413E80708971}"/>
                  </a:ext>
                </a:extLst>
              </p:cNvPr>
              <p:cNvSpPr/>
              <p:nvPr userDrawn="1"/>
            </p:nvSpPr>
            <p:spPr>
              <a:xfrm>
                <a:off x="6509995" y="5895716"/>
                <a:ext cx="134620" cy="271780"/>
              </a:xfrm>
              <a:custGeom>
                <a:avLst/>
                <a:gdLst/>
                <a:ahLst/>
                <a:cxnLst/>
                <a:rect l="l" t="t" r="r" b="b"/>
                <a:pathLst>
                  <a:path w="134620" h="271779">
                    <a:moveTo>
                      <a:pt x="49169" y="271462"/>
                    </a:moveTo>
                    <a:lnTo>
                      <a:pt x="98809" y="244084"/>
                    </a:lnTo>
                    <a:lnTo>
                      <a:pt x="124248" y="222365"/>
                    </a:lnTo>
                    <a:lnTo>
                      <a:pt x="133490" y="194972"/>
                    </a:lnTo>
                    <a:lnTo>
                      <a:pt x="134539" y="150571"/>
                    </a:lnTo>
                    <a:lnTo>
                      <a:pt x="129037" y="97915"/>
                    </a:lnTo>
                    <a:lnTo>
                      <a:pt x="116451" y="54292"/>
                    </a:lnTo>
                    <a:lnTo>
                      <a:pt x="101517" y="21165"/>
                    </a:lnTo>
                    <a:lnTo>
                      <a:pt x="88971" y="0"/>
                    </a:lnTo>
                    <a:lnTo>
                      <a:pt x="67453" y="33982"/>
                    </a:lnTo>
                    <a:lnTo>
                      <a:pt x="53324" y="55833"/>
                    </a:lnTo>
                    <a:lnTo>
                      <a:pt x="40320" y="75025"/>
                    </a:lnTo>
                    <a:lnTo>
                      <a:pt x="22182" y="101028"/>
                    </a:lnTo>
                    <a:lnTo>
                      <a:pt x="3912" y="139522"/>
                    </a:lnTo>
                    <a:lnTo>
                      <a:pt x="0" y="183183"/>
                    </a:lnTo>
                    <a:lnTo>
                      <a:pt x="13925" y="228374"/>
                    </a:lnTo>
                    <a:lnTo>
                      <a:pt x="49169" y="271462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5" name="object 14">
                <a:extLst>
                  <a:ext uri="{FF2B5EF4-FFF2-40B4-BE49-F238E27FC236}">
                    <a16:creationId xmlns:a16="http://schemas.microsoft.com/office/drawing/2014/main" id="{334541F4-5D70-45CD-9A4C-997F5EE281CB}"/>
                  </a:ext>
                </a:extLst>
              </p:cNvPr>
              <p:cNvSpPr/>
              <p:nvPr userDrawn="1"/>
            </p:nvSpPr>
            <p:spPr>
              <a:xfrm>
                <a:off x="6559165" y="6040621"/>
                <a:ext cx="22860" cy="252095"/>
              </a:xfrm>
              <a:custGeom>
                <a:avLst/>
                <a:gdLst/>
                <a:ahLst/>
                <a:cxnLst/>
                <a:rect l="l" t="t" r="r" b="b"/>
                <a:pathLst>
                  <a:path w="22859" h="252095">
                    <a:moveTo>
                      <a:pt x="22250" y="0"/>
                    </a:moveTo>
                    <a:lnTo>
                      <a:pt x="0" y="126555"/>
                    </a:lnTo>
                    <a:lnTo>
                      <a:pt x="0" y="251853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5604703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 in 3 colums +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pc="10">
                <a:solidFill>
                  <a:srgbClr val="394D55"/>
                </a:solidFill>
              </a:rPr>
              <a:t>Title of presentation</a:t>
            </a:r>
            <a:endParaRPr lang="en-GB"/>
          </a:p>
        </p:txBody>
      </p:sp>
      <p:sp>
        <p:nvSpPr>
          <p:cNvPr id="8" name="Foliennummernplatzhalter 47"/>
          <p:cNvSpPr>
            <a:spLocks noGrp="1"/>
          </p:cNvSpPr>
          <p:nvPr>
            <p:ph type="sldNum" sz="quarter" idx="4"/>
          </p:nvPr>
        </p:nvSpPr>
        <p:spPr>
          <a:xfrm>
            <a:off x="11556000" y="6248400"/>
            <a:ext cx="406400" cy="228601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9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fld id="{AA9A3908-7F79-4C4B-AE42-4EC7140DD77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itelplatzhalter 10">
            <a:extLst>
              <a:ext uri="{FF2B5EF4-FFF2-40B4-BE49-F238E27FC236}">
                <a16:creationId xmlns:a16="http://schemas.microsoft.com/office/drawing/2014/main" id="{95EB53E9-404A-46C9-A447-DBA71B00F9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62608"/>
            <a:ext cx="9448800" cy="838200"/>
          </a:xfrm>
          <a:prstGeom prst="rect">
            <a:avLst/>
          </a:prstGeom>
        </p:spPr>
        <p:txBody>
          <a:bodyPr vert="horz" lIns="0" tIns="45720" rIns="0" bIns="0" rtlCol="0" anchor="t">
            <a:normAutofit/>
          </a:bodyPr>
          <a:lstStyle>
            <a:lvl1pPr>
              <a:defRPr sz="2200"/>
            </a:lvl1pPr>
          </a:lstStyle>
          <a:p>
            <a:r>
              <a:rPr lang="en-GB"/>
              <a:t>Continuing page of text with a dark grey heading that may also be two lines long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50F90D1E-D944-4C73-B14F-B2A9D89D1F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5378400"/>
            <a:ext cx="9792000" cy="5472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1400"/>
              </a:lnSpc>
              <a:spcBef>
                <a:spcPts val="219"/>
              </a:spcBef>
              <a:defRPr sz="1100" b="0" baseline="0">
                <a:solidFill>
                  <a:schemeClr val="accent2"/>
                </a:solidFill>
              </a:defRPr>
            </a:lvl1pPr>
          </a:lstStyle>
          <a:p>
            <a:r>
              <a:rPr lang="en-GB" b="1">
                <a:solidFill>
                  <a:schemeClr val="bg2"/>
                </a:solidFill>
              </a:rPr>
              <a:t>This is a minor note, </a:t>
            </a:r>
            <a:r>
              <a:rPr lang="en-GB"/>
              <a:t>meaning that no final version is available yet. This is running text in black, meaning that no final version is available yet.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604D8E5-6B41-4978-BADF-E9F4F75702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1424" y="1952601"/>
            <a:ext cx="3132000" cy="3132584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ts val="232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6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11350" indent="-285750">
              <a:lnSpc>
                <a:spcPts val="200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16000"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—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spcBef>
                <a:spcPts val="1000"/>
              </a:spcBef>
              <a:buClr>
                <a:srgbClr val="FF7300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This is a dummy text, meaning that no final version is available yet.</a:t>
            </a:r>
          </a:p>
          <a:p>
            <a:pPr lvl="1"/>
            <a:r>
              <a:rPr lang="en-GB"/>
              <a:t>This text is only meant to serve as a kind of place marker, which will later be replaced by the finished text.</a:t>
            </a:r>
            <a:endParaRPr lang="de-DE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6719490-425A-4AA3-86A5-FE3F0BD966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42912" y="1953594"/>
            <a:ext cx="3132000" cy="3132584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ts val="232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6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11350" indent="-285750">
              <a:lnSpc>
                <a:spcPts val="200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16000"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—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spcBef>
                <a:spcPts val="1000"/>
              </a:spcBef>
              <a:buClr>
                <a:srgbClr val="FF7300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This is a dummy text, meaning that no final version is available yet.</a:t>
            </a:r>
          </a:p>
          <a:p>
            <a:pPr lvl="1"/>
            <a:r>
              <a:rPr lang="en-GB"/>
              <a:t>This text is only meant to serve as a kind of place marker, which will later be replaced by the finished text.</a:t>
            </a:r>
            <a:endParaRPr lang="de-DE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1414F6D-484C-4D58-BBB0-ADF109A8F62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74400" y="1952601"/>
            <a:ext cx="3132000" cy="3132584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ts val="232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6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11350" indent="-285750">
              <a:lnSpc>
                <a:spcPts val="200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16000"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—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spcBef>
                <a:spcPts val="1000"/>
              </a:spcBef>
              <a:buClr>
                <a:srgbClr val="FF7300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This is a dummy text, meaning that no final version is available yet.</a:t>
            </a:r>
          </a:p>
          <a:p>
            <a:pPr lvl="1"/>
            <a:r>
              <a:rPr lang="en-GB"/>
              <a:t>This text is only meant to serve as a kind of place marker, which will later be replaced by the finished text.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36307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4"/>
          </p:nvPr>
        </p:nvSpPr>
        <p:spPr>
          <a:xfrm>
            <a:off x="914400" y="1676400"/>
            <a:ext cx="10731000" cy="4518000"/>
          </a:xfrm>
          <a:prstGeom prst="rect">
            <a:avLst/>
          </a:prstGeom>
          <a:solidFill>
            <a:schemeClr val="tx2">
              <a:alpha val="52000"/>
            </a:schemeClr>
          </a:solidFill>
        </p:spPr>
        <p:txBody>
          <a:bodyPr>
            <a:norm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pc="10">
                <a:solidFill>
                  <a:srgbClr val="394D55"/>
                </a:solidFill>
              </a:rPr>
              <a:t>Title of presentation</a:t>
            </a:r>
            <a:endParaRPr lang="en-GB"/>
          </a:p>
        </p:txBody>
      </p:sp>
      <p:sp>
        <p:nvSpPr>
          <p:cNvPr id="8" name="Foliennummernplatzhalter 47"/>
          <p:cNvSpPr>
            <a:spLocks noGrp="1"/>
          </p:cNvSpPr>
          <p:nvPr>
            <p:ph type="sldNum" sz="quarter" idx="4"/>
          </p:nvPr>
        </p:nvSpPr>
        <p:spPr>
          <a:xfrm>
            <a:off x="11556000" y="6248400"/>
            <a:ext cx="406400" cy="228601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9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fld id="{AA9A3908-7F79-4C4B-AE42-4EC7140DD77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itelplatzhalter 41">
            <a:extLst>
              <a:ext uri="{FF2B5EF4-FFF2-40B4-BE49-F238E27FC236}">
                <a16:creationId xmlns:a16="http://schemas.microsoft.com/office/drawing/2014/main" id="{1C8D62FD-DEFF-4948-AC0D-D16E7681D4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08720"/>
            <a:ext cx="9448800" cy="487362"/>
          </a:xfrm>
          <a:prstGeom prst="rect">
            <a:avLst/>
          </a:prstGeom>
        </p:spPr>
        <p:txBody>
          <a:bodyPr vert="horz" wrap="none" lIns="0" tIns="0" rIns="0" bIns="0" rtlCol="0" anchor="t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 sz="2200" b="1" i="0" kern="1200">
                <a:solidFill>
                  <a:schemeClr val="accent2"/>
                </a:solidFill>
                <a:latin typeface="Arial"/>
                <a:ea typeface="+mn-ea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Heading with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261217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 in column with image +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4"/>
          </p:nvPr>
        </p:nvSpPr>
        <p:spPr>
          <a:xfrm>
            <a:off x="5867400" y="1371600"/>
            <a:ext cx="5778000" cy="4518000"/>
          </a:xfrm>
          <a:prstGeom prst="rect">
            <a:avLst/>
          </a:prstGeom>
          <a:solidFill>
            <a:schemeClr val="tx2">
              <a:alpha val="52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pc="10">
                <a:solidFill>
                  <a:srgbClr val="394D55"/>
                </a:solidFill>
              </a:rPr>
              <a:t>Title of presentation</a:t>
            </a:r>
            <a:endParaRPr lang="en-GB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885600" y="5378400"/>
            <a:ext cx="4676400" cy="79208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1400"/>
              </a:lnSpc>
              <a:spcBef>
                <a:spcPts val="219"/>
              </a:spcBef>
              <a:defRPr sz="1100" b="0" baseline="0">
                <a:solidFill>
                  <a:schemeClr val="accent2"/>
                </a:solidFill>
              </a:defRPr>
            </a:lvl1pPr>
          </a:lstStyle>
          <a:p>
            <a:r>
              <a:rPr lang="en-GB" b="1">
                <a:solidFill>
                  <a:schemeClr val="bg2"/>
                </a:solidFill>
              </a:rPr>
              <a:t>This is a minor note, </a:t>
            </a:r>
            <a:r>
              <a:rPr lang="en-GB"/>
              <a:t>meaning that no final version is available yet. This is running text in black, meaning that no final version is available yet.</a:t>
            </a:r>
          </a:p>
        </p:txBody>
      </p:sp>
      <p:sp>
        <p:nvSpPr>
          <p:cNvPr id="8" name="Foliennummernplatzhalter 47"/>
          <p:cNvSpPr>
            <a:spLocks noGrp="1"/>
          </p:cNvSpPr>
          <p:nvPr>
            <p:ph type="sldNum" sz="quarter" idx="4"/>
          </p:nvPr>
        </p:nvSpPr>
        <p:spPr>
          <a:xfrm>
            <a:off x="11556000" y="6248400"/>
            <a:ext cx="406400" cy="228601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9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fld id="{AA9A3908-7F79-4C4B-AE42-4EC7140DD77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itelplatzhalter 41">
            <a:extLst>
              <a:ext uri="{FF2B5EF4-FFF2-40B4-BE49-F238E27FC236}">
                <a16:creationId xmlns:a16="http://schemas.microsoft.com/office/drawing/2014/main" id="{FEC71CCE-A187-494E-847D-2E73C58D6E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08720"/>
            <a:ext cx="4676400" cy="792088"/>
          </a:xfrm>
          <a:prstGeom prst="rect">
            <a:avLst/>
          </a:prstGeom>
        </p:spPr>
        <p:txBody>
          <a:bodyPr vert="horz" wrap="none" lIns="0" tIns="0" rIns="0" bIns="0" rtlCol="0" anchor="t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 sz="2200" b="1" i="0" kern="1200">
                <a:solidFill>
                  <a:schemeClr val="accent2"/>
                </a:solidFill>
                <a:latin typeface="Arial"/>
                <a:ea typeface="+mn-ea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Page of continuing text with image</a:t>
            </a:r>
            <a:endParaRPr lang="de-DE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7B9B276-D2BE-4780-B77D-BE3C75EF02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676400"/>
            <a:ext cx="4676400" cy="340878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ts val="232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6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11350" indent="-285750">
              <a:lnSpc>
                <a:spcPts val="200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16000"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—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6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This is a dummy text, meaning that no final version is available yet.</a:t>
            </a:r>
          </a:p>
          <a:p>
            <a:pPr lvl="1"/>
            <a:r>
              <a:rPr lang="en-GB"/>
              <a:t>This text is only meant to serve as a kind of place marker, which will later be replaced by the finished text.</a:t>
            </a:r>
          </a:p>
          <a:p>
            <a:pPr lvl="3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553768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 in column with image +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4"/>
          </p:nvPr>
        </p:nvSpPr>
        <p:spPr>
          <a:xfrm>
            <a:off x="5867400" y="1371600"/>
            <a:ext cx="5778000" cy="4518000"/>
          </a:xfrm>
          <a:prstGeom prst="rect">
            <a:avLst/>
          </a:prstGeom>
          <a:solidFill>
            <a:schemeClr val="tx2">
              <a:alpha val="52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pc="10">
                <a:solidFill>
                  <a:srgbClr val="394D55"/>
                </a:solidFill>
              </a:rPr>
              <a:t>Title of presentation</a:t>
            </a:r>
            <a:endParaRPr lang="en-GB"/>
          </a:p>
        </p:txBody>
      </p:sp>
      <p:sp>
        <p:nvSpPr>
          <p:cNvPr id="8" name="Foliennummernplatzhalter 47"/>
          <p:cNvSpPr>
            <a:spLocks noGrp="1"/>
          </p:cNvSpPr>
          <p:nvPr>
            <p:ph type="sldNum" sz="quarter" idx="4"/>
          </p:nvPr>
        </p:nvSpPr>
        <p:spPr>
          <a:xfrm>
            <a:off x="11556000" y="6248400"/>
            <a:ext cx="406400" cy="228601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9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fld id="{AA9A3908-7F79-4C4B-AE42-4EC7140DD77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47932DE-E654-4D7D-9474-6C28FB4A58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1" y="5300663"/>
            <a:ext cx="4677543" cy="611955"/>
          </a:xfrm>
          <a:prstGeom prst="rect">
            <a:avLst/>
          </a:prstGeom>
          <a:ln w="12700">
            <a:solidFill>
              <a:schemeClr val="bg2"/>
            </a:solidFill>
            <a:prstDash val="sysDot"/>
          </a:ln>
        </p:spPr>
        <p:txBody>
          <a:bodyPr anchor="ctr">
            <a:normAutofit/>
          </a:bodyPr>
          <a:lstStyle>
            <a:lvl1pPr>
              <a:defRPr lang="fr-BE" sz="2000" b="1" kern="1200" baseline="0" dirty="0">
                <a:solidFill>
                  <a:schemeClr val="bg2"/>
                </a:solidFill>
                <a:latin typeface="Arial"/>
                <a:ea typeface="+mj-ea"/>
                <a:cs typeface="Arial"/>
              </a:defRPr>
            </a:lvl1pPr>
          </a:lstStyle>
          <a:p>
            <a:pPr lvl="0"/>
            <a:r>
              <a:rPr lang="en-US"/>
              <a:t>Summary - 16 should be the smallest font size. two lines maximum.</a:t>
            </a:r>
            <a:endParaRPr lang="fr-BE"/>
          </a:p>
        </p:txBody>
      </p:sp>
      <p:sp>
        <p:nvSpPr>
          <p:cNvPr id="11" name="Titelplatzhalter 41">
            <a:extLst>
              <a:ext uri="{FF2B5EF4-FFF2-40B4-BE49-F238E27FC236}">
                <a16:creationId xmlns:a16="http://schemas.microsoft.com/office/drawing/2014/main" id="{4282911B-61D3-4FF0-B6F8-959455CAD8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08720"/>
            <a:ext cx="4677544" cy="792088"/>
          </a:xfrm>
          <a:prstGeom prst="rect">
            <a:avLst/>
          </a:prstGeom>
        </p:spPr>
        <p:txBody>
          <a:bodyPr vert="horz" wrap="none" lIns="0" tIns="0" rIns="0" bIns="0" rtlCol="0" anchor="t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 sz="2200" b="1" i="0" kern="1200">
                <a:solidFill>
                  <a:schemeClr val="accent2"/>
                </a:solidFill>
                <a:latin typeface="Arial"/>
                <a:ea typeface="+mn-ea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Page of continuing text with image</a:t>
            </a:r>
            <a:endParaRPr lang="de-DE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4C656BF-3C5E-45CA-AB00-C9317B7D70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676400"/>
            <a:ext cx="4677544" cy="340878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ts val="232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6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11350" indent="-285750">
              <a:lnSpc>
                <a:spcPts val="200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16000"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—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6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This is a dummy text, meaning that no final version is available yet.</a:t>
            </a:r>
          </a:p>
          <a:p>
            <a:pPr lvl="1"/>
            <a:r>
              <a:rPr lang="en-GB"/>
              <a:t>This text is only meant to serve as a kind of place marker, which will later be replaced by the finished text.</a:t>
            </a:r>
          </a:p>
          <a:p>
            <a:pPr lvl="3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143043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 in column with large image +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4"/>
          </p:nvPr>
        </p:nvSpPr>
        <p:spPr>
          <a:xfrm>
            <a:off x="914400" y="1700807"/>
            <a:ext cx="6120000" cy="3708000"/>
          </a:xfrm>
          <a:prstGeom prst="rect">
            <a:avLst/>
          </a:prstGeom>
          <a:solidFill>
            <a:schemeClr val="tx2">
              <a:alpha val="52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pc="10">
                <a:solidFill>
                  <a:srgbClr val="394D55"/>
                </a:solidFill>
              </a:rPr>
              <a:t>Title of presentation</a:t>
            </a:r>
            <a:endParaRPr lang="en-GB"/>
          </a:p>
        </p:txBody>
      </p:sp>
      <p:sp>
        <p:nvSpPr>
          <p:cNvPr id="8" name="Foliennummernplatzhalter 47"/>
          <p:cNvSpPr>
            <a:spLocks noGrp="1"/>
          </p:cNvSpPr>
          <p:nvPr>
            <p:ph type="sldNum" sz="quarter" idx="4"/>
          </p:nvPr>
        </p:nvSpPr>
        <p:spPr>
          <a:xfrm>
            <a:off x="11556000" y="6248400"/>
            <a:ext cx="406400" cy="228601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9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fld id="{AA9A3908-7F79-4C4B-AE42-4EC7140DD77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4311C44-7487-4867-8765-2F776CB8C8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5635845"/>
            <a:ext cx="9792000" cy="612000"/>
          </a:xfrm>
          <a:prstGeom prst="rect">
            <a:avLst/>
          </a:prstGeom>
          <a:ln w="12700">
            <a:solidFill>
              <a:schemeClr val="bg2"/>
            </a:solidFill>
            <a:prstDash val="sysDot"/>
          </a:ln>
        </p:spPr>
        <p:txBody>
          <a:bodyPr anchor="ctr">
            <a:normAutofit/>
          </a:bodyPr>
          <a:lstStyle>
            <a:lvl1pPr>
              <a:defRPr lang="fr-BE" sz="2000" b="1" kern="1200" baseline="0" dirty="0">
                <a:solidFill>
                  <a:schemeClr val="bg2"/>
                </a:solidFill>
                <a:latin typeface="Arial"/>
                <a:ea typeface="+mj-ea"/>
                <a:cs typeface="Arial"/>
              </a:defRPr>
            </a:lvl1pPr>
          </a:lstStyle>
          <a:p>
            <a:pPr lvl="0"/>
            <a:r>
              <a:rPr lang="en-US"/>
              <a:t>Summary - 16 should be the smallest font size. The conclusion should only have two lines.</a:t>
            </a:r>
            <a:endParaRPr lang="fr-BE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E913027-C08A-4620-B1DC-E7E0A29CBB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13200" y="1676400"/>
            <a:ext cx="3491312" cy="340878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ts val="232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6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11350" indent="-285750">
              <a:lnSpc>
                <a:spcPts val="200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16000"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—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6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This is a dummy text, meaning that no final version is available yet.</a:t>
            </a:r>
          </a:p>
          <a:p>
            <a:pPr lvl="1"/>
            <a:r>
              <a:rPr lang="en-GB"/>
              <a:t>This text is only meant to serve as a kind of place marker, which will later be replaced by the finished text.</a:t>
            </a:r>
          </a:p>
          <a:p>
            <a:pPr lvl="3"/>
            <a:endParaRPr lang="de-DE"/>
          </a:p>
        </p:txBody>
      </p:sp>
      <p:sp>
        <p:nvSpPr>
          <p:cNvPr id="9" name="Titelplatzhalter 41">
            <a:extLst>
              <a:ext uri="{FF2B5EF4-FFF2-40B4-BE49-F238E27FC236}">
                <a16:creationId xmlns:a16="http://schemas.microsoft.com/office/drawing/2014/main" id="{D88470A3-878C-4D62-B2D5-8F25B634A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08720"/>
            <a:ext cx="9448798" cy="792088"/>
          </a:xfrm>
          <a:prstGeom prst="rect">
            <a:avLst/>
          </a:prstGeom>
        </p:spPr>
        <p:txBody>
          <a:bodyPr vert="horz" wrap="none" lIns="0" tIns="0" rIns="0" bIns="0" rtlCol="0" anchor="t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 sz="2200" b="1" i="0" kern="1200">
                <a:solidFill>
                  <a:schemeClr val="accent2"/>
                </a:solidFill>
                <a:latin typeface="Arial"/>
                <a:ea typeface="+mn-ea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Page of continuing text with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28257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ange separator with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object 2"/>
          <p:cNvSpPr/>
          <p:nvPr userDrawn="1"/>
        </p:nvSpPr>
        <p:spPr>
          <a:xfrm>
            <a:off x="0" y="0"/>
            <a:ext cx="12186285" cy="6858000"/>
          </a:xfrm>
          <a:custGeom>
            <a:avLst/>
            <a:gdLst/>
            <a:ahLst/>
            <a:cxnLst/>
            <a:rect l="l" t="t" r="r" b="b"/>
            <a:pathLst>
              <a:path w="12186285" h="6858000">
                <a:moveTo>
                  <a:pt x="0" y="6858000"/>
                </a:moveTo>
                <a:lnTo>
                  <a:pt x="12186005" y="6858000"/>
                </a:lnTo>
                <a:lnTo>
                  <a:pt x="1218600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Bild 11" descr="eliagroup_LO_weiss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998" y="0"/>
            <a:ext cx="2215202" cy="760614"/>
          </a:xfrm>
          <a:prstGeom prst="rect">
            <a:avLst/>
          </a:prstGeom>
        </p:spPr>
      </p:pic>
      <p:grpSp>
        <p:nvGrpSpPr>
          <p:cNvPr id="17" name="Gruppierung 16"/>
          <p:cNvGrpSpPr/>
          <p:nvPr userDrawn="1"/>
        </p:nvGrpSpPr>
        <p:grpSpPr>
          <a:xfrm>
            <a:off x="0" y="4512945"/>
            <a:ext cx="10066529" cy="1490621"/>
            <a:chOff x="0" y="4512945"/>
            <a:chExt cx="10066529" cy="1490621"/>
          </a:xfrm>
        </p:grpSpPr>
        <p:sp>
          <p:nvSpPr>
            <p:cNvPr id="18" name="object 4"/>
            <p:cNvSpPr/>
            <p:nvPr/>
          </p:nvSpPr>
          <p:spPr>
            <a:xfrm>
              <a:off x="7941660" y="5658035"/>
              <a:ext cx="507365" cy="0"/>
            </a:xfrm>
            <a:custGeom>
              <a:avLst/>
              <a:gdLst/>
              <a:ahLst/>
              <a:cxnLst/>
              <a:rect l="l" t="t" r="r" b="b"/>
              <a:pathLst>
                <a:path w="507365">
                  <a:moveTo>
                    <a:pt x="0" y="0"/>
                  </a:moveTo>
                  <a:lnTo>
                    <a:pt x="50707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5"/>
            <p:cNvSpPr/>
            <p:nvPr/>
          </p:nvSpPr>
          <p:spPr>
            <a:xfrm>
              <a:off x="6555161" y="5307701"/>
              <a:ext cx="72390" cy="67310"/>
            </a:xfrm>
            <a:custGeom>
              <a:avLst/>
              <a:gdLst/>
              <a:ahLst/>
              <a:cxnLst/>
              <a:rect l="l" t="t" r="r" b="b"/>
              <a:pathLst>
                <a:path w="72390" h="67310">
                  <a:moveTo>
                    <a:pt x="72364" y="0"/>
                  </a:moveTo>
                  <a:lnTo>
                    <a:pt x="0" y="6673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6"/>
            <p:cNvSpPr/>
            <p:nvPr/>
          </p:nvSpPr>
          <p:spPr>
            <a:xfrm>
              <a:off x="6886650" y="5381407"/>
              <a:ext cx="48895" cy="41910"/>
            </a:xfrm>
            <a:custGeom>
              <a:avLst/>
              <a:gdLst/>
              <a:ahLst/>
              <a:cxnLst/>
              <a:rect l="l" t="t" r="r" b="b"/>
              <a:pathLst>
                <a:path w="48895" h="41910">
                  <a:moveTo>
                    <a:pt x="48704" y="0"/>
                  </a:moveTo>
                  <a:lnTo>
                    <a:pt x="0" y="41592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7"/>
            <p:cNvSpPr/>
            <p:nvPr/>
          </p:nvSpPr>
          <p:spPr>
            <a:xfrm>
              <a:off x="6427644" y="5001986"/>
              <a:ext cx="294005" cy="446405"/>
            </a:xfrm>
            <a:custGeom>
              <a:avLst/>
              <a:gdLst/>
              <a:ahLst/>
              <a:cxnLst/>
              <a:rect l="l" t="t" r="r" b="b"/>
              <a:pathLst>
                <a:path w="294004" h="446404">
                  <a:moveTo>
                    <a:pt x="188149" y="0"/>
                  </a:moveTo>
                  <a:lnTo>
                    <a:pt x="254739" y="73613"/>
                  </a:lnTo>
                  <a:lnTo>
                    <a:pt x="287003" y="125374"/>
                  </a:lnTo>
                  <a:lnTo>
                    <a:pt x="294002" y="179783"/>
                  </a:lnTo>
                  <a:lnTo>
                    <a:pt x="284796" y="261340"/>
                  </a:lnTo>
                  <a:lnTo>
                    <a:pt x="250081" y="348302"/>
                  </a:lnTo>
                  <a:lnTo>
                    <a:pt x="192269" y="405317"/>
                  </a:lnTo>
                  <a:lnTo>
                    <a:pt x="138026" y="436505"/>
                  </a:lnTo>
                  <a:lnTo>
                    <a:pt x="114019" y="445985"/>
                  </a:lnTo>
                  <a:lnTo>
                    <a:pt x="44148" y="408764"/>
                  </a:lnTo>
                  <a:lnTo>
                    <a:pt x="9538" y="378861"/>
                  </a:lnTo>
                  <a:lnTo>
                    <a:pt x="0" y="340531"/>
                  </a:lnTo>
                  <a:lnTo>
                    <a:pt x="5345" y="278028"/>
                  </a:lnTo>
                  <a:lnTo>
                    <a:pt x="19399" y="230415"/>
                  </a:lnTo>
                  <a:lnTo>
                    <a:pt x="46895" y="181619"/>
                  </a:lnTo>
                  <a:lnTo>
                    <a:pt x="82179" y="133930"/>
                  </a:lnTo>
                  <a:lnTo>
                    <a:pt x="119600" y="89635"/>
                  </a:lnTo>
                  <a:lnTo>
                    <a:pt x="153504" y="51022"/>
                  </a:lnTo>
                  <a:lnTo>
                    <a:pt x="178238" y="20381"/>
                  </a:lnTo>
                  <a:lnTo>
                    <a:pt x="188149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8"/>
            <p:cNvSpPr/>
            <p:nvPr/>
          </p:nvSpPr>
          <p:spPr>
            <a:xfrm>
              <a:off x="6541660" y="5250642"/>
              <a:ext cx="36830" cy="412115"/>
            </a:xfrm>
            <a:custGeom>
              <a:avLst/>
              <a:gdLst/>
              <a:ahLst/>
              <a:cxnLst/>
              <a:rect l="l" t="t" r="r" b="b"/>
              <a:pathLst>
                <a:path w="36829" h="412114">
                  <a:moveTo>
                    <a:pt x="0" y="411835"/>
                  </a:moveTo>
                  <a:lnTo>
                    <a:pt x="0" y="197332"/>
                  </a:lnTo>
                  <a:lnTo>
                    <a:pt x="3622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9"/>
            <p:cNvSpPr/>
            <p:nvPr/>
          </p:nvSpPr>
          <p:spPr>
            <a:xfrm>
              <a:off x="6810564" y="5172647"/>
              <a:ext cx="167005" cy="335280"/>
            </a:xfrm>
            <a:custGeom>
              <a:avLst/>
              <a:gdLst/>
              <a:ahLst/>
              <a:cxnLst/>
              <a:rect l="l" t="t" r="r" b="b"/>
              <a:pathLst>
                <a:path w="167004" h="335279">
                  <a:moveTo>
                    <a:pt x="61174" y="335140"/>
                  </a:moveTo>
                  <a:lnTo>
                    <a:pt x="122464" y="301340"/>
                  </a:lnTo>
                  <a:lnTo>
                    <a:pt x="153873" y="274526"/>
                  </a:lnTo>
                  <a:lnTo>
                    <a:pt x="165281" y="240707"/>
                  </a:lnTo>
                  <a:lnTo>
                    <a:pt x="166571" y="185889"/>
                  </a:lnTo>
                  <a:lnTo>
                    <a:pt x="159775" y="120884"/>
                  </a:lnTo>
                  <a:lnTo>
                    <a:pt x="144237" y="67032"/>
                  </a:lnTo>
                  <a:lnTo>
                    <a:pt x="125800" y="26136"/>
                  </a:lnTo>
                  <a:lnTo>
                    <a:pt x="110310" y="0"/>
                  </a:lnTo>
                  <a:lnTo>
                    <a:pt x="83747" y="41953"/>
                  </a:lnTo>
                  <a:lnTo>
                    <a:pt x="66305" y="68930"/>
                  </a:lnTo>
                  <a:lnTo>
                    <a:pt x="50253" y="92624"/>
                  </a:lnTo>
                  <a:lnTo>
                    <a:pt x="27862" y="124726"/>
                  </a:lnTo>
                  <a:lnTo>
                    <a:pt x="8532" y="162093"/>
                  </a:lnTo>
                  <a:lnTo>
                    <a:pt x="0" y="204114"/>
                  </a:lnTo>
                  <a:lnTo>
                    <a:pt x="4463" y="248492"/>
                  </a:lnTo>
                  <a:lnTo>
                    <a:pt x="24122" y="292933"/>
                  </a:lnTo>
                  <a:lnTo>
                    <a:pt x="61174" y="33514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0"/>
            <p:cNvSpPr/>
            <p:nvPr/>
          </p:nvSpPr>
          <p:spPr>
            <a:xfrm>
              <a:off x="6871738" y="5351546"/>
              <a:ext cx="27940" cy="311150"/>
            </a:xfrm>
            <a:custGeom>
              <a:avLst/>
              <a:gdLst/>
              <a:ahLst/>
              <a:cxnLst/>
              <a:rect l="l" t="t" r="r" b="b"/>
              <a:pathLst>
                <a:path w="27940" h="311150">
                  <a:moveTo>
                    <a:pt x="27470" y="0"/>
                  </a:moveTo>
                  <a:lnTo>
                    <a:pt x="0" y="156248"/>
                  </a:lnTo>
                  <a:lnTo>
                    <a:pt x="0" y="310934"/>
                  </a:lnTo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11"/>
            <p:cNvSpPr/>
            <p:nvPr/>
          </p:nvSpPr>
          <p:spPr>
            <a:xfrm>
              <a:off x="0" y="5658035"/>
              <a:ext cx="7682865" cy="0"/>
            </a:xfrm>
            <a:custGeom>
              <a:avLst/>
              <a:gdLst/>
              <a:ahLst/>
              <a:cxnLst/>
              <a:rect l="l" t="t" r="r" b="b"/>
              <a:pathLst>
                <a:path w="7682865">
                  <a:moveTo>
                    <a:pt x="0" y="0"/>
                  </a:moveTo>
                  <a:lnTo>
                    <a:pt x="768243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12"/>
            <p:cNvSpPr/>
            <p:nvPr/>
          </p:nvSpPr>
          <p:spPr>
            <a:xfrm>
              <a:off x="9069057" y="5268886"/>
              <a:ext cx="0" cy="69215"/>
            </a:xfrm>
            <a:custGeom>
              <a:avLst/>
              <a:gdLst/>
              <a:ahLst/>
              <a:cxnLst/>
              <a:rect l="l" t="t" r="r" b="b"/>
              <a:pathLst>
                <a:path h="69214">
                  <a:moveTo>
                    <a:pt x="0" y="0"/>
                  </a:moveTo>
                  <a:lnTo>
                    <a:pt x="0" y="6877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13"/>
            <p:cNvSpPr/>
            <p:nvPr/>
          </p:nvSpPr>
          <p:spPr>
            <a:xfrm>
              <a:off x="8361497" y="5268889"/>
              <a:ext cx="0" cy="69215"/>
            </a:xfrm>
            <a:custGeom>
              <a:avLst/>
              <a:gdLst/>
              <a:ahLst/>
              <a:cxnLst/>
              <a:rect l="l" t="t" r="r" b="b"/>
              <a:pathLst>
                <a:path h="69214">
                  <a:moveTo>
                    <a:pt x="0" y="0"/>
                  </a:moveTo>
                  <a:lnTo>
                    <a:pt x="0" y="6877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14"/>
            <p:cNvSpPr/>
            <p:nvPr/>
          </p:nvSpPr>
          <p:spPr>
            <a:xfrm>
              <a:off x="9069057" y="4963324"/>
              <a:ext cx="0" cy="69215"/>
            </a:xfrm>
            <a:custGeom>
              <a:avLst/>
              <a:gdLst/>
              <a:ahLst/>
              <a:cxnLst/>
              <a:rect l="l" t="t" r="r" b="b"/>
              <a:pathLst>
                <a:path h="69214">
                  <a:moveTo>
                    <a:pt x="0" y="0"/>
                  </a:moveTo>
                  <a:lnTo>
                    <a:pt x="0" y="6877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15"/>
            <p:cNvSpPr/>
            <p:nvPr/>
          </p:nvSpPr>
          <p:spPr>
            <a:xfrm>
              <a:off x="8361497" y="4963324"/>
              <a:ext cx="0" cy="69215"/>
            </a:xfrm>
            <a:custGeom>
              <a:avLst/>
              <a:gdLst/>
              <a:ahLst/>
              <a:cxnLst/>
              <a:rect l="l" t="t" r="r" b="b"/>
              <a:pathLst>
                <a:path h="69214">
                  <a:moveTo>
                    <a:pt x="0" y="0"/>
                  </a:moveTo>
                  <a:lnTo>
                    <a:pt x="0" y="6877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16"/>
            <p:cNvSpPr/>
            <p:nvPr/>
          </p:nvSpPr>
          <p:spPr>
            <a:xfrm>
              <a:off x="8597836" y="4789766"/>
              <a:ext cx="234950" cy="723900"/>
            </a:xfrm>
            <a:custGeom>
              <a:avLst/>
              <a:gdLst/>
              <a:ahLst/>
              <a:cxnLst/>
              <a:rect l="l" t="t" r="r" b="b"/>
              <a:pathLst>
                <a:path w="234950" h="723900">
                  <a:moveTo>
                    <a:pt x="0" y="604964"/>
                  </a:moveTo>
                  <a:lnTo>
                    <a:pt x="117436" y="723760"/>
                  </a:lnTo>
                  <a:lnTo>
                    <a:pt x="234873" y="604964"/>
                  </a:lnTo>
                  <a:lnTo>
                    <a:pt x="234873" y="0"/>
                  </a:lnTo>
                  <a:lnTo>
                    <a:pt x="0" y="0"/>
                  </a:lnTo>
                  <a:lnTo>
                    <a:pt x="0" y="60496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17"/>
            <p:cNvSpPr/>
            <p:nvPr/>
          </p:nvSpPr>
          <p:spPr>
            <a:xfrm>
              <a:off x="8361497" y="5095331"/>
              <a:ext cx="708025" cy="173990"/>
            </a:xfrm>
            <a:custGeom>
              <a:avLst/>
              <a:gdLst/>
              <a:ahLst/>
              <a:cxnLst/>
              <a:rect l="l" t="t" r="r" b="b"/>
              <a:pathLst>
                <a:path w="708025" h="173989">
                  <a:moveTo>
                    <a:pt x="0" y="173558"/>
                  </a:moveTo>
                  <a:lnTo>
                    <a:pt x="707555" y="173558"/>
                  </a:lnTo>
                  <a:lnTo>
                    <a:pt x="471220" y="0"/>
                  </a:lnTo>
                  <a:lnTo>
                    <a:pt x="236334" y="0"/>
                  </a:lnTo>
                  <a:lnTo>
                    <a:pt x="0" y="1735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18"/>
            <p:cNvSpPr/>
            <p:nvPr/>
          </p:nvSpPr>
          <p:spPr>
            <a:xfrm>
              <a:off x="8361497" y="4789766"/>
              <a:ext cx="708025" cy="173990"/>
            </a:xfrm>
            <a:custGeom>
              <a:avLst/>
              <a:gdLst/>
              <a:ahLst/>
              <a:cxnLst/>
              <a:rect l="l" t="t" r="r" b="b"/>
              <a:pathLst>
                <a:path w="708025" h="173989">
                  <a:moveTo>
                    <a:pt x="0" y="173558"/>
                  </a:moveTo>
                  <a:lnTo>
                    <a:pt x="707555" y="173558"/>
                  </a:lnTo>
                  <a:lnTo>
                    <a:pt x="471220" y="0"/>
                  </a:lnTo>
                  <a:lnTo>
                    <a:pt x="236334" y="0"/>
                  </a:lnTo>
                  <a:lnTo>
                    <a:pt x="0" y="1735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9"/>
            <p:cNvSpPr/>
            <p:nvPr/>
          </p:nvSpPr>
          <p:spPr>
            <a:xfrm>
              <a:off x="8715278" y="5394731"/>
              <a:ext cx="260985" cy="264795"/>
            </a:xfrm>
            <a:custGeom>
              <a:avLst/>
              <a:gdLst/>
              <a:ahLst/>
              <a:cxnLst/>
              <a:rect l="l" t="t" r="r" b="b"/>
              <a:pathLst>
                <a:path w="260984" h="264795">
                  <a:moveTo>
                    <a:pt x="117436" y="0"/>
                  </a:moveTo>
                  <a:lnTo>
                    <a:pt x="260984" y="264274"/>
                  </a:lnTo>
                  <a:lnTo>
                    <a:pt x="0" y="118795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20"/>
            <p:cNvSpPr/>
            <p:nvPr/>
          </p:nvSpPr>
          <p:spPr>
            <a:xfrm>
              <a:off x="8454288" y="5394731"/>
              <a:ext cx="260985" cy="264795"/>
            </a:xfrm>
            <a:custGeom>
              <a:avLst/>
              <a:gdLst/>
              <a:ahLst/>
              <a:cxnLst/>
              <a:rect l="l" t="t" r="r" b="b"/>
              <a:pathLst>
                <a:path w="260984" h="264795">
                  <a:moveTo>
                    <a:pt x="143548" y="0"/>
                  </a:moveTo>
                  <a:lnTo>
                    <a:pt x="0" y="264274"/>
                  </a:lnTo>
                  <a:lnTo>
                    <a:pt x="260984" y="118795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21"/>
            <p:cNvSpPr/>
            <p:nvPr/>
          </p:nvSpPr>
          <p:spPr>
            <a:xfrm>
              <a:off x="7445584" y="5145420"/>
              <a:ext cx="728345" cy="86995"/>
            </a:xfrm>
            <a:custGeom>
              <a:avLst/>
              <a:gdLst/>
              <a:ahLst/>
              <a:cxnLst/>
              <a:rect l="l" t="t" r="r" b="b"/>
              <a:pathLst>
                <a:path w="728345" h="86995">
                  <a:moveTo>
                    <a:pt x="300837" y="0"/>
                  </a:moveTo>
                  <a:lnTo>
                    <a:pt x="427697" y="0"/>
                  </a:lnTo>
                  <a:lnTo>
                    <a:pt x="728014" y="86588"/>
                  </a:lnTo>
                  <a:lnTo>
                    <a:pt x="441172" y="86588"/>
                  </a:lnTo>
                  <a:lnTo>
                    <a:pt x="0" y="86588"/>
                  </a:lnTo>
                  <a:lnTo>
                    <a:pt x="300837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22"/>
            <p:cNvSpPr/>
            <p:nvPr/>
          </p:nvSpPr>
          <p:spPr>
            <a:xfrm>
              <a:off x="7605528" y="4935666"/>
              <a:ext cx="408305" cy="81915"/>
            </a:xfrm>
            <a:custGeom>
              <a:avLst/>
              <a:gdLst/>
              <a:ahLst/>
              <a:cxnLst/>
              <a:rect l="l" t="t" r="r" b="b"/>
              <a:pathLst>
                <a:path w="408304" h="81914">
                  <a:moveTo>
                    <a:pt x="172961" y="0"/>
                  </a:moveTo>
                  <a:lnTo>
                    <a:pt x="235826" y="0"/>
                  </a:lnTo>
                  <a:lnTo>
                    <a:pt x="408190" y="81406"/>
                  </a:lnTo>
                  <a:lnTo>
                    <a:pt x="0" y="81406"/>
                  </a:lnTo>
                  <a:lnTo>
                    <a:pt x="172961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23"/>
            <p:cNvSpPr/>
            <p:nvPr/>
          </p:nvSpPr>
          <p:spPr>
            <a:xfrm>
              <a:off x="7680995" y="4730964"/>
              <a:ext cx="257175" cy="925194"/>
            </a:xfrm>
            <a:custGeom>
              <a:avLst/>
              <a:gdLst/>
              <a:ahLst/>
              <a:cxnLst/>
              <a:rect l="l" t="t" r="r" b="b"/>
              <a:pathLst>
                <a:path w="257175" h="925195">
                  <a:moveTo>
                    <a:pt x="198285" y="499808"/>
                  </a:moveTo>
                  <a:lnTo>
                    <a:pt x="0" y="924864"/>
                  </a:lnTo>
                  <a:lnTo>
                    <a:pt x="129044" y="0"/>
                  </a:lnTo>
                  <a:lnTo>
                    <a:pt x="257162" y="924864"/>
                  </a:lnTo>
                  <a:lnTo>
                    <a:pt x="59131" y="501040"/>
                  </a:lnTo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24"/>
            <p:cNvSpPr/>
            <p:nvPr/>
          </p:nvSpPr>
          <p:spPr>
            <a:xfrm>
              <a:off x="8293094" y="5660843"/>
              <a:ext cx="1624965" cy="317500"/>
            </a:xfrm>
            <a:custGeom>
              <a:avLst/>
              <a:gdLst/>
              <a:ahLst/>
              <a:cxnLst/>
              <a:rect l="l" t="t" r="r" b="b"/>
              <a:pathLst>
                <a:path w="1624965" h="317500">
                  <a:moveTo>
                    <a:pt x="684364" y="228"/>
                  </a:moveTo>
                  <a:lnTo>
                    <a:pt x="1465757" y="0"/>
                  </a:lnTo>
                  <a:lnTo>
                    <a:pt x="1515903" y="8089"/>
                  </a:lnTo>
                  <a:lnTo>
                    <a:pt x="1559457" y="30614"/>
                  </a:lnTo>
                  <a:lnTo>
                    <a:pt x="1593803" y="64961"/>
                  </a:lnTo>
                  <a:lnTo>
                    <a:pt x="1616329" y="108515"/>
                  </a:lnTo>
                  <a:lnTo>
                    <a:pt x="1624418" y="158661"/>
                  </a:lnTo>
                  <a:lnTo>
                    <a:pt x="1616329" y="208811"/>
                  </a:lnTo>
                  <a:lnTo>
                    <a:pt x="1593803" y="252365"/>
                  </a:lnTo>
                  <a:lnTo>
                    <a:pt x="1559457" y="286710"/>
                  </a:lnTo>
                  <a:lnTo>
                    <a:pt x="1515903" y="309233"/>
                  </a:lnTo>
                  <a:lnTo>
                    <a:pt x="1465757" y="317322"/>
                  </a:lnTo>
                  <a:lnTo>
                    <a:pt x="0" y="317322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25"/>
            <p:cNvSpPr/>
            <p:nvPr/>
          </p:nvSpPr>
          <p:spPr>
            <a:xfrm>
              <a:off x="8242297" y="5952766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0"/>
                  </a:moveTo>
                  <a:lnTo>
                    <a:pt x="15510" y="1995"/>
                  </a:lnTo>
                  <a:lnTo>
                    <a:pt x="7437" y="7437"/>
                  </a:lnTo>
                  <a:lnTo>
                    <a:pt x="1995" y="15510"/>
                  </a:lnTo>
                  <a:lnTo>
                    <a:pt x="0" y="25399"/>
                  </a:lnTo>
                  <a:lnTo>
                    <a:pt x="1995" y="35289"/>
                  </a:lnTo>
                  <a:lnTo>
                    <a:pt x="7437" y="43362"/>
                  </a:lnTo>
                  <a:lnTo>
                    <a:pt x="15510" y="48804"/>
                  </a:lnTo>
                  <a:lnTo>
                    <a:pt x="25400" y="50799"/>
                  </a:lnTo>
                  <a:lnTo>
                    <a:pt x="35289" y="48804"/>
                  </a:lnTo>
                  <a:lnTo>
                    <a:pt x="43362" y="43362"/>
                  </a:lnTo>
                  <a:lnTo>
                    <a:pt x="48804" y="35289"/>
                  </a:lnTo>
                  <a:lnTo>
                    <a:pt x="50800" y="25399"/>
                  </a:lnTo>
                  <a:lnTo>
                    <a:pt x="48804" y="15510"/>
                  </a:lnTo>
                  <a:lnTo>
                    <a:pt x="43362" y="7437"/>
                  </a:lnTo>
                  <a:lnTo>
                    <a:pt x="35289" y="1995"/>
                  </a:lnTo>
                  <a:lnTo>
                    <a:pt x="2540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26"/>
            <p:cNvSpPr/>
            <p:nvPr/>
          </p:nvSpPr>
          <p:spPr>
            <a:xfrm>
              <a:off x="9819782" y="4512945"/>
              <a:ext cx="0" cy="78740"/>
            </a:xfrm>
            <a:custGeom>
              <a:avLst/>
              <a:gdLst/>
              <a:ahLst/>
              <a:cxnLst/>
              <a:rect l="l" t="t" r="r" b="b"/>
              <a:pathLst>
                <a:path h="78739">
                  <a:moveTo>
                    <a:pt x="0" y="78371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27"/>
            <p:cNvSpPr/>
            <p:nvPr/>
          </p:nvSpPr>
          <p:spPr>
            <a:xfrm>
              <a:off x="9573404" y="4759322"/>
              <a:ext cx="78740" cy="0"/>
            </a:xfrm>
            <a:custGeom>
              <a:avLst/>
              <a:gdLst/>
              <a:ahLst/>
              <a:cxnLst/>
              <a:rect l="l" t="t" r="r" b="b"/>
              <a:pathLst>
                <a:path w="78740">
                  <a:moveTo>
                    <a:pt x="78371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28"/>
            <p:cNvSpPr/>
            <p:nvPr/>
          </p:nvSpPr>
          <p:spPr>
            <a:xfrm>
              <a:off x="9819782" y="4927329"/>
              <a:ext cx="0" cy="78740"/>
            </a:xfrm>
            <a:custGeom>
              <a:avLst/>
              <a:gdLst/>
              <a:ahLst/>
              <a:cxnLst/>
              <a:rect l="l" t="t" r="r" b="b"/>
              <a:pathLst>
                <a:path h="78739">
                  <a:moveTo>
                    <a:pt x="0" y="0"/>
                  </a:moveTo>
                  <a:lnTo>
                    <a:pt x="0" y="78371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29"/>
            <p:cNvSpPr/>
            <p:nvPr/>
          </p:nvSpPr>
          <p:spPr>
            <a:xfrm>
              <a:off x="9987789" y="4759322"/>
              <a:ext cx="78740" cy="0"/>
            </a:xfrm>
            <a:custGeom>
              <a:avLst/>
              <a:gdLst/>
              <a:ahLst/>
              <a:cxnLst/>
              <a:rect l="l" t="t" r="r" b="b"/>
              <a:pathLst>
                <a:path w="78740">
                  <a:moveTo>
                    <a:pt x="0" y="0"/>
                  </a:moveTo>
                  <a:lnTo>
                    <a:pt x="7837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30"/>
            <p:cNvSpPr/>
            <p:nvPr/>
          </p:nvSpPr>
          <p:spPr>
            <a:xfrm>
              <a:off x="9619698" y="4643798"/>
              <a:ext cx="54610" cy="31750"/>
            </a:xfrm>
            <a:custGeom>
              <a:avLst/>
              <a:gdLst/>
              <a:ahLst/>
              <a:cxnLst/>
              <a:rect l="l" t="t" r="r" b="b"/>
              <a:pathLst>
                <a:path w="54609" h="31750">
                  <a:moveTo>
                    <a:pt x="54584" y="31521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31"/>
            <p:cNvSpPr/>
            <p:nvPr/>
          </p:nvSpPr>
          <p:spPr>
            <a:xfrm>
              <a:off x="9965280" y="4843326"/>
              <a:ext cx="54610" cy="31750"/>
            </a:xfrm>
            <a:custGeom>
              <a:avLst/>
              <a:gdLst/>
              <a:ahLst/>
              <a:cxnLst/>
              <a:rect l="l" t="t" r="r" b="b"/>
              <a:pathLst>
                <a:path w="54609" h="31750">
                  <a:moveTo>
                    <a:pt x="0" y="0"/>
                  </a:moveTo>
                  <a:lnTo>
                    <a:pt x="54584" y="3150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32"/>
            <p:cNvSpPr/>
            <p:nvPr/>
          </p:nvSpPr>
          <p:spPr>
            <a:xfrm>
              <a:off x="9704269" y="4559240"/>
              <a:ext cx="31750" cy="54610"/>
            </a:xfrm>
            <a:custGeom>
              <a:avLst/>
              <a:gdLst/>
              <a:ahLst/>
              <a:cxnLst/>
              <a:rect l="l" t="t" r="r" b="b"/>
              <a:pathLst>
                <a:path w="31750" h="54610">
                  <a:moveTo>
                    <a:pt x="31508" y="54584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33"/>
            <p:cNvSpPr/>
            <p:nvPr/>
          </p:nvSpPr>
          <p:spPr>
            <a:xfrm>
              <a:off x="9903786" y="4904819"/>
              <a:ext cx="31750" cy="54610"/>
            </a:xfrm>
            <a:custGeom>
              <a:avLst/>
              <a:gdLst/>
              <a:ahLst/>
              <a:cxnLst/>
              <a:rect l="l" t="t" r="r" b="b"/>
              <a:pathLst>
                <a:path w="31750" h="54610">
                  <a:moveTo>
                    <a:pt x="0" y="0"/>
                  </a:moveTo>
                  <a:lnTo>
                    <a:pt x="31521" y="54584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34"/>
            <p:cNvSpPr/>
            <p:nvPr/>
          </p:nvSpPr>
          <p:spPr>
            <a:xfrm>
              <a:off x="9965280" y="4643798"/>
              <a:ext cx="54610" cy="31750"/>
            </a:xfrm>
            <a:custGeom>
              <a:avLst/>
              <a:gdLst/>
              <a:ahLst/>
              <a:cxnLst/>
              <a:rect l="l" t="t" r="r" b="b"/>
              <a:pathLst>
                <a:path w="54609" h="31750">
                  <a:moveTo>
                    <a:pt x="0" y="31521"/>
                  </a:moveTo>
                  <a:lnTo>
                    <a:pt x="545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35"/>
            <p:cNvSpPr/>
            <p:nvPr/>
          </p:nvSpPr>
          <p:spPr>
            <a:xfrm>
              <a:off x="9619698" y="4843326"/>
              <a:ext cx="54610" cy="31750"/>
            </a:xfrm>
            <a:custGeom>
              <a:avLst/>
              <a:gdLst/>
              <a:ahLst/>
              <a:cxnLst/>
              <a:rect l="l" t="t" r="r" b="b"/>
              <a:pathLst>
                <a:path w="54609" h="31750">
                  <a:moveTo>
                    <a:pt x="54584" y="0"/>
                  </a:moveTo>
                  <a:lnTo>
                    <a:pt x="0" y="3150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36"/>
            <p:cNvSpPr/>
            <p:nvPr/>
          </p:nvSpPr>
          <p:spPr>
            <a:xfrm>
              <a:off x="9903786" y="4559240"/>
              <a:ext cx="31750" cy="54610"/>
            </a:xfrm>
            <a:custGeom>
              <a:avLst/>
              <a:gdLst/>
              <a:ahLst/>
              <a:cxnLst/>
              <a:rect l="l" t="t" r="r" b="b"/>
              <a:pathLst>
                <a:path w="31750" h="54610">
                  <a:moveTo>
                    <a:pt x="0" y="54584"/>
                  </a:moveTo>
                  <a:lnTo>
                    <a:pt x="3152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37"/>
            <p:cNvSpPr/>
            <p:nvPr/>
          </p:nvSpPr>
          <p:spPr>
            <a:xfrm>
              <a:off x="9704256" y="4904819"/>
              <a:ext cx="31750" cy="54610"/>
            </a:xfrm>
            <a:custGeom>
              <a:avLst/>
              <a:gdLst/>
              <a:ahLst/>
              <a:cxnLst/>
              <a:rect l="l" t="t" r="r" b="b"/>
              <a:pathLst>
                <a:path w="31750" h="54610">
                  <a:moveTo>
                    <a:pt x="31521" y="0"/>
                  </a:moveTo>
                  <a:lnTo>
                    <a:pt x="0" y="54584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38"/>
            <p:cNvSpPr/>
            <p:nvPr/>
          </p:nvSpPr>
          <p:spPr>
            <a:xfrm>
              <a:off x="9698035" y="4637580"/>
              <a:ext cx="243840" cy="243840"/>
            </a:xfrm>
            <a:custGeom>
              <a:avLst/>
              <a:gdLst/>
              <a:ahLst/>
              <a:cxnLst/>
              <a:rect l="l" t="t" r="r" b="b"/>
              <a:pathLst>
                <a:path w="243840" h="243839">
                  <a:moveTo>
                    <a:pt x="0" y="121742"/>
                  </a:moveTo>
                  <a:lnTo>
                    <a:pt x="9567" y="169130"/>
                  </a:lnTo>
                  <a:lnTo>
                    <a:pt x="35658" y="207832"/>
                  </a:lnTo>
                  <a:lnTo>
                    <a:pt x="74355" y="233927"/>
                  </a:lnTo>
                  <a:lnTo>
                    <a:pt x="121742" y="243497"/>
                  </a:lnTo>
                  <a:lnTo>
                    <a:pt x="169136" y="233927"/>
                  </a:lnTo>
                  <a:lnTo>
                    <a:pt x="207837" y="207832"/>
                  </a:lnTo>
                  <a:lnTo>
                    <a:pt x="233929" y="169130"/>
                  </a:lnTo>
                  <a:lnTo>
                    <a:pt x="243497" y="121742"/>
                  </a:lnTo>
                  <a:lnTo>
                    <a:pt x="233929" y="74355"/>
                  </a:lnTo>
                  <a:lnTo>
                    <a:pt x="207837" y="35658"/>
                  </a:lnTo>
                  <a:lnTo>
                    <a:pt x="169136" y="9567"/>
                  </a:lnTo>
                  <a:lnTo>
                    <a:pt x="121742" y="0"/>
                  </a:lnTo>
                  <a:lnTo>
                    <a:pt x="74355" y="9567"/>
                  </a:lnTo>
                  <a:lnTo>
                    <a:pt x="35658" y="35658"/>
                  </a:lnTo>
                  <a:lnTo>
                    <a:pt x="9567" y="74355"/>
                  </a:lnTo>
                  <a:lnTo>
                    <a:pt x="0" y="12174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Textplatzhalt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002400" y="2520000"/>
            <a:ext cx="7010400" cy="609600"/>
          </a:xfrm>
          <a:prstGeom prst="rect">
            <a:avLst/>
          </a:prstGeom>
        </p:spPr>
        <p:txBody>
          <a:bodyPr vert="horz" bIns="0" anchor="b"/>
          <a:lstStyle>
            <a:lvl1pPr>
              <a:defRPr sz="3000" b="1"/>
            </a:lvl1pPr>
          </a:lstStyle>
          <a:p>
            <a:r>
              <a:rPr lang="en-GB"/>
              <a:t>Separator indicating a change of topic</a:t>
            </a:r>
          </a:p>
        </p:txBody>
      </p:sp>
      <p:grpSp>
        <p:nvGrpSpPr>
          <p:cNvPr id="13" name="Gruppierung 12"/>
          <p:cNvGrpSpPr/>
          <p:nvPr userDrawn="1"/>
        </p:nvGrpSpPr>
        <p:grpSpPr>
          <a:xfrm>
            <a:off x="0" y="891135"/>
            <a:ext cx="2172335" cy="5966967"/>
            <a:chOff x="0" y="891135"/>
            <a:chExt cx="2172335" cy="5966967"/>
          </a:xfrm>
        </p:grpSpPr>
        <p:sp>
          <p:nvSpPr>
            <p:cNvPr id="14" name="object 2"/>
            <p:cNvSpPr/>
            <p:nvPr/>
          </p:nvSpPr>
          <p:spPr>
            <a:xfrm>
              <a:off x="0" y="891135"/>
              <a:ext cx="1741805" cy="4784090"/>
            </a:xfrm>
            <a:custGeom>
              <a:avLst/>
              <a:gdLst/>
              <a:ahLst/>
              <a:cxnLst/>
              <a:rect l="l" t="t" r="r" b="b"/>
              <a:pathLst>
                <a:path w="1741805" h="4784090">
                  <a:moveTo>
                    <a:pt x="0" y="0"/>
                  </a:moveTo>
                  <a:lnTo>
                    <a:pt x="0" y="4784054"/>
                  </a:lnTo>
                  <a:lnTo>
                    <a:pt x="1741253" y="47840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6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3"/>
            <p:cNvSpPr/>
            <p:nvPr/>
          </p:nvSpPr>
          <p:spPr>
            <a:xfrm>
              <a:off x="0" y="5062322"/>
              <a:ext cx="2172335" cy="1795780"/>
            </a:xfrm>
            <a:custGeom>
              <a:avLst/>
              <a:gdLst/>
              <a:ahLst/>
              <a:cxnLst/>
              <a:rect l="l" t="t" r="r" b="b"/>
              <a:pathLst>
                <a:path w="2172335" h="1795779">
                  <a:moveTo>
                    <a:pt x="0" y="0"/>
                  </a:moveTo>
                  <a:lnTo>
                    <a:pt x="2171750" y="0"/>
                  </a:lnTo>
                  <a:lnTo>
                    <a:pt x="1518177" y="1795678"/>
                  </a:lnTo>
                  <a:lnTo>
                    <a:pt x="0" y="1795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53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Textplatzhalt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009600" y="3189600"/>
            <a:ext cx="7008813" cy="45085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GB"/>
              <a:t>This is what the potential subhead looks like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365247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clusion 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bk object 16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86285" h="6858000">
                <a:moveTo>
                  <a:pt x="0" y="6858000"/>
                </a:moveTo>
                <a:lnTo>
                  <a:pt x="12186005" y="6858000"/>
                </a:lnTo>
                <a:lnTo>
                  <a:pt x="1218600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778A"/>
          </a:solidFill>
        </p:spPr>
        <p:txBody>
          <a:bodyPr wrap="square" lIns="0" tIns="0" rIns="0" bIns="0" rtlCol="0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uppierung 3"/>
          <p:cNvGrpSpPr/>
          <p:nvPr userDrawn="1"/>
        </p:nvGrpSpPr>
        <p:grpSpPr>
          <a:xfrm>
            <a:off x="6804012" y="2392807"/>
            <a:ext cx="5382607" cy="2939441"/>
            <a:chOff x="6804012" y="2392807"/>
            <a:chExt cx="5382607" cy="2939441"/>
          </a:xfrm>
        </p:grpSpPr>
        <p:sp>
          <p:nvSpPr>
            <p:cNvPr id="5" name="object 4"/>
            <p:cNvSpPr/>
            <p:nvPr/>
          </p:nvSpPr>
          <p:spPr>
            <a:xfrm>
              <a:off x="7855553" y="3183310"/>
              <a:ext cx="1292860" cy="1026794"/>
            </a:xfrm>
            <a:custGeom>
              <a:avLst/>
              <a:gdLst/>
              <a:ahLst/>
              <a:cxnLst/>
              <a:rect l="l" t="t" r="r" b="b"/>
              <a:pathLst>
                <a:path w="1292859" h="1026795">
                  <a:moveTo>
                    <a:pt x="1292567" y="0"/>
                  </a:moveTo>
                  <a:lnTo>
                    <a:pt x="540283" y="0"/>
                  </a:lnTo>
                  <a:lnTo>
                    <a:pt x="502795" y="7568"/>
                  </a:lnTo>
                  <a:lnTo>
                    <a:pt x="472179" y="28206"/>
                  </a:lnTo>
                  <a:lnTo>
                    <a:pt x="451536" y="58818"/>
                  </a:lnTo>
                  <a:lnTo>
                    <a:pt x="443966" y="96304"/>
                  </a:lnTo>
                  <a:lnTo>
                    <a:pt x="451536" y="133797"/>
                  </a:lnTo>
                  <a:lnTo>
                    <a:pt x="472179" y="164412"/>
                  </a:lnTo>
                  <a:lnTo>
                    <a:pt x="502795" y="185052"/>
                  </a:lnTo>
                  <a:lnTo>
                    <a:pt x="540283" y="192620"/>
                  </a:lnTo>
                  <a:lnTo>
                    <a:pt x="664756" y="192620"/>
                  </a:lnTo>
                  <a:lnTo>
                    <a:pt x="702242" y="200188"/>
                  </a:lnTo>
                  <a:lnTo>
                    <a:pt x="732853" y="220827"/>
                  </a:lnTo>
                  <a:lnTo>
                    <a:pt x="753492" y="251438"/>
                  </a:lnTo>
                  <a:lnTo>
                    <a:pt x="761060" y="288925"/>
                  </a:lnTo>
                  <a:lnTo>
                    <a:pt x="753492" y="326413"/>
                  </a:lnTo>
                  <a:lnTo>
                    <a:pt x="732853" y="357028"/>
                  </a:lnTo>
                  <a:lnTo>
                    <a:pt x="702242" y="377671"/>
                  </a:lnTo>
                  <a:lnTo>
                    <a:pt x="664756" y="385241"/>
                  </a:lnTo>
                  <a:lnTo>
                    <a:pt x="320560" y="385241"/>
                  </a:lnTo>
                  <a:lnTo>
                    <a:pt x="273191" y="388717"/>
                  </a:lnTo>
                  <a:lnTo>
                    <a:pt x="227979" y="398813"/>
                  </a:lnTo>
                  <a:lnTo>
                    <a:pt x="185421" y="415033"/>
                  </a:lnTo>
                  <a:lnTo>
                    <a:pt x="146013" y="436883"/>
                  </a:lnTo>
                  <a:lnTo>
                    <a:pt x="110250" y="463866"/>
                  </a:lnTo>
                  <a:lnTo>
                    <a:pt x="78629" y="495487"/>
                  </a:lnTo>
                  <a:lnTo>
                    <a:pt x="51645" y="531249"/>
                  </a:lnTo>
                  <a:lnTo>
                    <a:pt x="29794" y="570657"/>
                  </a:lnTo>
                  <a:lnTo>
                    <a:pt x="13572" y="613216"/>
                  </a:lnTo>
                  <a:lnTo>
                    <a:pt x="3475" y="658430"/>
                  </a:lnTo>
                  <a:lnTo>
                    <a:pt x="0" y="705802"/>
                  </a:lnTo>
                  <a:lnTo>
                    <a:pt x="3475" y="753171"/>
                  </a:lnTo>
                  <a:lnTo>
                    <a:pt x="13572" y="798383"/>
                  </a:lnTo>
                  <a:lnTo>
                    <a:pt x="29794" y="840941"/>
                  </a:lnTo>
                  <a:lnTo>
                    <a:pt x="51645" y="880349"/>
                  </a:lnTo>
                  <a:lnTo>
                    <a:pt x="78629" y="916112"/>
                  </a:lnTo>
                  <a:lnTo>
                    <a:pt x="110250" y="947734"/>
                  </a:lnTo>
                  <a:lnTo>
                    <a:pt x="146013" y="974718"/>
                  </a:lnTo>
                  <a:lnTo>
                    <a:pt x="185421" y="996569"/>
                  </a:lnTo>
                  <a:lnTo>
                    <a:pt x="227979" y="1012790"/>
                  </a:lnTo>
                  <a:lnTo>
                    <a:pt x="273191" y="1022887"/>
                  </a:lnTo>
                  <a:lnTo>
                    <a:pt x="320560" y="1026363"/>
                  </a:lnTo>
                  <a:lnTo>
                    <a:pt x="1002131" y="1026363"/>
                  </a:lnTo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5"/>
            <p:cNvSpPr/>
            <p:nvPr/>
          </p:nvSpPr>
          <p:spPr>
            <a:xfrm>
              <a:off x="10455296" y="2876565"/>
              <a:ext cx="0" cy="54610"/>
            </a:xfrm>
            <a:custGeom>
              <a:avLst/>
              <a:gdLst/>
              <a:ahLst/>
              <a:cxnLst/>
              <a:rect l="l" t="t" r="r" b="b"/>
              <a:pathLst>
                <a:path h="54610">
                  <a:moveTo>
                    <a:pt x="0" y="0"/>
                  </a:moveTo>
                  <a:lnTo>
                    <a:pt x="0" y="5436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6"/>
            <p:cNvSpPr/>
            <p:nvPr/>
          </p:nvSpPr>
          <p:spPr>
            <a:xfrm>
              <a:off x="9895988" y="2876566"/>
              <a:ext cx="0" cy="54610"/>
            </a:xfrm>
            <a:custGeom>
              <a:avLst/>
              <a:gdLst/>
              <a:ahLst/>
              <a:cxnLst/>
              <a:rect l="l" t="t" r="r" b="b"/>
              <a:pathLst>
                <a:path h="54610">
                  <a:moveTo>
                    <a:pt x="0" y="0"/>
                  </a:moveTo>
                  <a:lnTo>
                    <a:pt x="0" y="5436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7"/>
            <p:cNvSpPr/>
            <p:nvPr/>
          </p:nvSpPr>
          <p:spPr>
            <a:xfrm>
              <a:off x="10455296" y="2635026"/>
              <a:ext cx="0" cy="54610"/>
            </a:xfrm>
            <a:custGeom>
              <a:avLst/>
              <a:gdLst/>
              <a:ahLst/>
              <a:cxnLst/>
              <a:rect l="l" t="t" r="r" b="b"/>
              <a:pathLst>
                <a:path h="54610">
                  <a:moveTo>
                    <a:pt x="0" y="0"/>
                  </a:moveTo>
                  <a:lnTo>
                    <a:pt x="0" y="5436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8"/>
            <p:cNvSpPr/>
            <p:nvPr/>
          </p:nvSpPr>
          <p:spPr>
            <a:xfrm>
              <a:off x="9895988" y="2635026"/>
              <a:ext cx="0" cy="54610"/>
            </a:xfrm>
            <a:custGeom>
              <a:avLst/>
              <a:gdLst/>
              <a:ahLst/>
              <a:cxnLst/>
              <a:rect l="l" t="t" r="r" b="b"/>
              <a:pathLst>
                <a:path h="54610">
                  <a:moveTo>
                    <a:pt x="0" y="0"/>
                  </a:moveTo>
                  <a:lnTo>
                    <a:pt x="0" y="5436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9"/>
            <p:cNvSpPr/>
            <p:nvPr/>
          </p:nvSpPr>
          <p:spPr>
            <a:xfrm>
              <a:off x="10082809" y="2497835"/>
              <a:ext cx="186055" cy="572135"/>
            </a:xfrm>
            <a:custGeom>
              <a:avLst/>
              <a:gdLst/>
              <a:ahLst/>
              <a:cxnLst/>
              <a:rect l="l" t="t" r="r" b="b"/>
              <a:pathLst>
                <a:path w="186054" h="572135">
                  <a:moveTo>
                    <a:pt x="0" y="478205"/>
                  </a:moveTo>
                  <a:lnTo>
                    <a:pt x="92837" y="572109"/>
                  </a:lnTo>
                  <a:lnTo>
                    <a:pt x="185661" y="478205"/>
                  </a:lnTo>
                  <a:lnTo>
                    <a:pt x="185661" y="0"/>
                  </a:lnTo>
                  <a:lnTo>
                    <a:pt x="0" y="0"/>
                  </a:lnTo>
                  <a:lnTo>
                    <a:pt x="0" y="47820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0"/>
            <p:cNvSpPr/>
            <p:nvPr/>
          </p:nvSpPr>
          <p:spPr>
            <a:xfrm>
              <a:off x="9895988" y="2739381"/>
              <a:ext cx="559435" cy="137795"/>
            </a:xfrm>
            <a:custGeom>
              <a:avLst/>
              <a:gdLst/>
              <a:ahLst/>
              <a:cxnLst/>
              <a:rect l="l" t="t" r="r" b="b"/>
              <a:pathLst>
                <a:path w="559434" h="137794">
                  <a:moveTo>
                    <a:pt x="0" y="137185"/>
                  </a:moveTo>
                  <a:lnTo>
                    <a:pt x="559308" y="137185"/>
                  </a:lnTo>
                  <a:lnTo>
                    <a:pt x="372491" y="0"/>
                  </a:lnTo>
                  <a:lnTo>
                    <a:pt x="186817" y="0"/>
                  </a:lnTo>
                  <a:lnTo>
                    <a:pt x="0" y="13718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1"/>
            <p:cNvSpPr/>
            <p:nvPr/>
          </p:nvSpPr>
          <p:spPr>
            <a:xfrm>
              <a:off x="9895988" y="2497841"/>
              <a:ext cx="559435" cy="137795"/>
            </a:xfrm>
            <a:custGeom>
              <a:avLst/>
              <a:gdLst/>
              <a:ahLst/>
              <a:cxnLst/>
              <a:rect l="l" t="t" r="r" b="b"/>
              <a:pathLst>
                <a:path w="559434" h="137794">
                  <a:moveTo>
                    <a:pt x="0" y="137185"/>
                  </a:moveTo>
                  <a:lnTo>
                    <a:pt x="559308" y="137185"/>
                  </a:lnTo>
                  <a:lnTo>
                    <a:pt x="372491" y="0"/>
                  </a:lnTo>
                  <a:lnTo>
                    <a:pt x="186817" y="0"/>
                  </a:lnTo>
                  <a:lnTo>
                    <a:pt x="0" y="13718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/>
            <p:cNvSpPr/>
            <p:nvPr/>
          </p:nvSpPr>
          <p:spPr>
            <a:xfrm>
              <a:off x="10175637" y="2976041"/>
              <a:ext cx="206375" cy="208915"/>
            </a:xfrm>
            <a:custGeom>
              <a:avLst/>
              <a:gdLst/>
              <a:ahLst/>
              <a:cxnLst/>
              <a:rect l="l" t="t" r="r" b="b"/>
              <a:pathLst>
                <a:path w="206375" h="208914">
                  <a:moveTo>
                    <a:pt x="92836" y="0"/>
                  </a:moveTo>
                  <a:lnTo>
                    <a:pt x="206311" y="208902"/>
                  </a:lnTo>
                  <a:lnTo>
                    <a:pt x="0" y="93903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3"/>
            <p:cNvSpPr/>
            <p:nvPr/>
          </p:nvSpPr>
          <p:spPr>
            <a:xfrm>
              <a:off x="9969334" y="2976041"/>
              <a:ext cx="206375" cy="208915"/>
            </a:xfrm>
            <a:custGeom>
              <a:avLst/>
              <a:gdLst/>
              <a:ahLst/>
              <a:cxnLst/>
              <a:rect l="l" t="t" r="r" b="b"/>
              <a:pathLst>
                <a:path w="206375" h="208914">
                  <a:moveTo>
                    <a:pt x="113474" y="0"/>
                  </a:moveTo>
                  <a:lnTo>
                    <a:pt x="0" y="208902"/>
                  </a:lnTo>
                  <a:lnTo>
                    <a:pt x="206311" y="93903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4"/>
            <p:cNvSpPr/>
            <p:nvPr/>
          </p:nvSpPr>
          <p:spPr>
            <a:xfrm>
              <a:off x="9368576" y="3974546"/>
              <a:ext cx="0" cy="168275"/>
            </a:xfrm>
            <a:custGeom>
              <a:avLst/>
              <a:gdLst/>
              <a:ahLst/>
              <a:cxnLst/>
              <a:rect l="l" t="t" r="r" b="b"/>
              <a:pathLst>
                <a:path h="168275">
                  <a:moveTo>
                    <a:pt x="0" y="0"/>
                  </a:moveTo>
                  <a:lnTo>
                    <a:pt x="0" y="16797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5"/>
            <p:cNvSpPr/>
            <p:nvPr/>
          </p:nvSpPr>
          <p:spPr>
            <a:xfrm>
              <a:off x="9436233" y="3974546"/>
              <a:ext cx="0" cy="168275"/>
            </a:xfrm>
            <a:custGeom>
              <a:avLst/>
              <a:gdLst/>
              <a:ahLst/>
              <a:cxnLst/>
              <a:rect l="l" t="t" r="r" b="b"/>
              <a:pathLst>
                <a:path h="168275">
                  <a:moveTo>
                    <a:pt x="0" y="0"/>
                  </a:moveTo>
                  <a:lnTo>
                    <a:pt x="0" y="16797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6"/>
            <p:cNvSpPr/>
            <p:nvPr/>
          </p:nvSpPr>
          <p:spPr>
            <a:xfrm>
              <a:off x="9300591" y="4024705"/>
              <a:ext cx="203835" cy="0"/>
            </a:xfrm>
            <a:custGeom>
              <a:avLst/>
              <a:gdLst/>
              <a:ahLst/>
              <a:cxnLst/>
              <a:rect l="l" t="t" r="r" b="b"/>
              <a:pathLst>
                <a:path w="203834">
                  <a:moveTo>
                    <a:pt x="203631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7"/>
            <p:cNvSpPr/>
            <p:nvPr/>
          </p:nvSpPr>
          <p:spPr>
            <a:xfrm>
              <a:off x="9296933" y="4092360"/>
              <a:ext cx="211454" cy="0"/>
            </a:xfrm>
            <a:custGeom>
              <a:avLst/>
              <a:gdLst/>
              <a:ahLst/>
              <a:cxnLst/>
              <a:rect l="l" t="t" r="r" b="b"/>
              <a:pathLst>
                <a:path w="211454">
                  <a:moveTo>
                    <a:pt x="21094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8"/>
            <p:cNvSpPr/>
            <p:nvPr/>
          </p:nvSpPr>
          <p:spPr>
            <a:xfrm>
              <a:off x="8750870" y="4142517"/>
              <a:ext cx="635000" cy="67945"/>
            </a:xfrm>
            <a:custGeom>
              <a:avLst/>
              <a:gdLst/>
              <a:ahLst/>
              <a:cxnLst/>
              <a:rect l="l" t="t" r="r" b="b"/>
              <a:pathLst>
                <a:path w="635000" h="67945">
                  <a:moveTo>
                    <a:pt x="635000" y="0"/>
                  </a:moveTo>
                  <a:lnTo>
                    <a:pt x="625983" y="67665"/>
                  </a:lnTo>
                  <a:lnTo>
                    <a:pt x="0" y="67195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9"/>
            <p:cNvSpPr/>
            <p:nvPr/>
          </p:nvSpPr>
          <p:spPr>
            <a:xfrm>
              <a:off x="9418938" y="4142517"/>
              <a:ext cx="264795" cy="67945"/>
            </a:xfrm>
            <a:custGeom>
              <a:avLst/>
              <a:gdLst/>
              <a:ahLst/>
              <a:cxnLst/>
              <a:rect l="l" t="t" r="r" b="b"/>
              <a:pathLst>
                <a:path w="264795" h="67945">
                  <a:moveTo>
                    <a:pt x="0" y="0"/>
                  </a:moveTo>
                  <a:lnTo>
                    <a:pt x="9017" y="67665"/>
                  </a:lnTo>
                  <a:lnTo>
                    <a:pt x="255549" y="67665"/>
                  </a:lnTo>
                  <a:lnTo>
                    <a:pt x="26456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0"/>
            <p:cNvSpPr/>
            <p:nvPr/>
          </p:nvSpPr>
          <p:spPr>
            <a:xfrm>
              <a:off x="9981885" y="3974546"/>
              <a:ext cx="0" cy="168275"/>
            </a:xfrm>
            <a:custGeom>
              <a:avLst/>
              <a:gdLst/>
              <a:ahLst/>
              <a:cxnLst/>
              <a:rect l="l" t="t" r="r" b="b"/>
              <a:pathLst>
                <a:path h="168275">
                  <a:moveTo>
                    <a:pt x="0" y="0"/>
                  </a:moveTo>
                  <a:lnTo>
                    <a:pt x="0" y="16797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1"/>
            <p:cNvSpPr/>
            <p:nvPr/>
          </p:nvSpPr>
          <p:spPr>
            <a:xfrm>
              <a:off x="10049540" y="3974546"/>
              <a:ext cx="0" cy="168275"/>
            </a:xfrm>
            <a:custGeom>
              <a:avLst/>
              <a:gdLst/>
              <a:ahLst/>
              <a:cxnLst/>
              <a:rect l="l" t="t" r="r" b="b"/>
              <a:pathLst>
                <a:path h="168275">
                  <a:moveTo>
                    <a:pt x="0" y="0"/>
                  </a:moveTo>
                  <a:lnTo>
                    <a:pt x="0" y="16797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2"/>
            <p:cNvSpPr/>
            <p:nvPr/>
          </p:nvSpPr>
          <p:spPr>
            <a:xfrm>
              <a:off x="9913899" y="4024705"/>
              <a:ext cx="203835" cy="0"/>
            </a:xfrm>
            <a:custGeom>
              <a:avLst/>
              <a:gdLst/>
              <a:ahLst/>
              <a:cxnLst/>
              <a:rect l="l" t="t" r="r" b="b"/>
              <a:pathLst>
                <a:path w="203834">
                  <a:moveTo>
                    <a:pt x="203631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3"/>
            <p:cNvSpPr/>
            <p:nvPr/>
          </p:nvSpPr>
          <p:spPr>
            <a:xfrm>
              <a:off x="9910239" y="4092360"/>
              <a:ext cx="211454" cy="0"/>
            </a:xfrm>
            <a:custGeom>
              <a:avLst/>
              <a:gdLst/>
              <a:ahLst/>
              <a:cxnLst/>
              <a:rect l="l" t="t" r="r" b="b"/>
              <a:pathLst>
                <a:path w="211454">
                  <a:moveTo>
                    <a:pt x="21094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4"/>
            <p:cNvSpPr/>
            <p:nvPr/>
          </p:nvSpPr>
          <p:spPr>
            <a:xfrm>
              <a:off x="9657154" y="3929575"/>
              <a:ext cx="0" cy="213360"/>
            </a:xfrm>
            <a:custGeom>
              <a:avLst/>
              <a:gdLst/>
              <a:ahLst/>
              <a:cxnLst/>
              <a:rect l="l" t="t" r="r" b="b"/>
              <a:pathLst>
                <a:path h="213360">
                  <a:moveTo>
                    <a:pt x="0" y="0"/>
                  </a:moveTo>
                  <a:lnTo>
                    <a:pt x="0" y="2129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5"/>
            <p:cNvSpPr/>
            <p:nvPr/>
          </p:nvSpPr>
          <p:spPr>
            <a:xfrm>
              <a:off x="9742923" y="3929575"/>
              <a:ext cx="0" cy="213360"/>
            </a:xfrm>
            <a:custGeom>
              <a:avLst/>
              <a:gdLst/>
              <a:ahLst/>
              <a:cxnLst/>
              <a:rect l="l" t="t" r="r" b="b"/>
              <a:pathLst>
                <a:path h="213360">
                  <a:moveTo>
                    <a:pt x="0" y="0"/>
                  </a:moveTo>
                  <a:lnTo>
                    <a:pt x="0" y="2129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6"/>
            <p:cNvSpPr/>
            <p:nvPr/>
          </p:nvSpPr>
          <p:spPr>
            <a:xfrm>
              <a:off x="9570963" y="3993163"/>
              <a:ext cx="258445" cy="0"/>
            </a:xfrm>
            <a:custGeom>
              <a:avLst/>
              <a:gdLst/>
              <a:ahLst/>
              <a:cxnLst/>
              <a:rect l="l" t="t" r="r" b="b"/>
              <a:pathLst>
                <a:path w="258445">
                  <a:moveTo>
                    <a:pt x="25815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7"/>
            <p:cNvSpPr/>
            <p:nvPr/>
          </p:nvSpPr>
          <p:spPr>
            <a:xfrm>
              <a:off x="9566329" y="4078931"/>
              <a:ext cx="267970" cy="0"/>
            </a:xfrm>
            <a:custGeom>
              <a:avLst/>
              <a:gdLst/>
              <a:ahLst/>
              <a:cxnLst/>
              <a:rect l="l" t="t" r="r" b="b"/>
              <a:pathLst>
                <a:path w="267970">
                  <a:moveTo>
                    <a:pt x="267423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8"/>
            <p:cNvSpPr/>
            <p:nvPr/>
          </p:nvSpPr>
          <p:spPr>
            <a:xfrm>
              <a:off x="9716572" y="4142517"/>
              <a:ext cx="283210" cy="67945"/>
            </a:xfrm>
            <a:custGeom>
              <a:avLst/>
              <a:gdLst/>
              <a:ahLst/>
              <a:cxnLst/>
              <a:rect l="l" t="t" r="r" b="b"/>
              <a:pathLst>
                <a:path w="283209" h="67945">
                  <a:moveTo>
                    <a:pt x="0" y="0"/>
                  </a:moveTo>
                  <a:lnTo>
                    <a:pt x="9017" y="67665"/>
                  </a:lnTo>
                  <a:lnTo>
                    <a:pt x="273583" y="67665"/>
                  </a:lnTo>
                  <a:lnTo>
                    <a:pt x="282600" y="0"/>
                  </a:lnTo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9"/>
            <p:cNvSpPr/>
            <p:nvPr/>
          </p:nvSpPr>
          <p:spPr>
            <a:xfrm>
              <a:off x="10032245" y="4142517"/>
              <a:ext cx="1027430" cy="67945"/>
            </a:xfrm>
            <a:custGeom>
              <a:avLst/>
              <a:gdLst/>
              <a:ahLst/>
              <a:cxnLst/>
              <a:rect l="l" t="t" r="r" b="b"/>
              <a:pathLst>
                <a:path w="1027429" h="67945">
                  <a:moveTo>
                    <a:pt x="0" y="0"/>
                  </a:moveTo>
                  <a:lnTo>
                    <a:pt x="9017" y="67576"/>
                  </a:lnTo>
                  <a:lnTo>
                    <a:pt x="1027404" y="6758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0"/>
            <p:cNvSpPr/>
            <p:nvPr/>
          </p:nvSpPr>
          <p:spPr>
            <a:xfrm>
              <a:off x="9901569" y="3968197"/>
              <a:ext cx="228295" cy="18067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1"/>
            <p:cNvSpPr/>
            <p:nvPr/>
          </p:nvSpPr>
          <p:spPr>
            <a:xfrm>
              <a:off x="9563941" y="3929576"/>
              <a:ext cx="272415" cy="213360"/>
            </a:xfrm>
            <a:custGeom>
              <a:avLst/>
              <a:gdLst/>
              <a:ahLst/>
              <a:cxnLst/>
              <a:rect l="l" t="t" r="r" b="b"/>
              <a:pathLst>
                <a:path w="272415" h="213360">
                  <a:moveTo>
                    <a:pt x="253987" y="212940"/>
                  </a:moveTo>
                  <a:lnTo>
                    <a:pt x="18211" y="212940"/>
                  </a:lnTo>
                  <a:lnTo>
                    <a:pt x="10872" y="211406"/>
                  </a:lnTo>
                  <a:lnTo>
                    <a:pt x="4972" y="207248"/>
                  </a:lnTo>
                  <a:lnTo>
                    <a:pt x="1138" y="201132"/>
                  </a:lnTo>
                  <a:lnTo>
                    <a:pt x="0" y="193725"/>
                  </a:lnTo>
                  <a:lnTo>
                    <a:pt x="9474" y="17259"/>
                  </a:lnTo>
                  <a:lnTo>
                    <a:pt x="9994" y="7581"/>
                  </a:lnTo>
                  <a:lnTo>
                    <a:pt x="17995" y="0"/>
                  </a:lnTo>
                  <a:lnTo>
                    <a:pt x="27686" y="0"/>
                  </a:lnTo>
                  <a:lnTo>
                    <a:pt x="244513" y="0"/>
                  </a:lnTo>
                  <a:lnTo>
                    <a:pt x="254203" y="0"/>
                  </a:lnTo>
                  <a:lnTo>
                    <a:pt x="262204" y="7581"/>
                  </a:lnTo>
                  <a:lnTo>
                    <a:pt x="262712" y="17259"/>
                  </a:lnTo>
                  <a:lnTo>
                    <a:pt x="272199" y="193725"/>
                  </a:lnTo>
                  <a:lnTo>
                    <a:pt x="271059" y="201132"/>
                  </a:lnTo>
                  <a:lnTo>
                    <a:pt x="267222" y="207248"/>
                  </a:lnTo>
                  <a:lnTo>
                    <a:pt x="261320" y="211406"/>
                  </a:lnTo>
                  <a:lnTo>
                    <a:pt x="253987" y="21294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2"/>
            <p:cNvSpPr/>
            <p:nvPr/>
          </p:nvSpPr>
          <p:spPr>
            <a:xfrm>
              <a:off x="9288260" y="3968197"/>
              <a:ext cx="228295" cy="18067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3"/>
            <p:cNvSpPr/>
            <p:nvPr/>
          </p:nvSpPr>
          <p:spPr>
            <a:xfrm>
              <a:off x="9387410" y="3184947"/>
              <a:ext cx="582295" cy="0"/>
            </a:xfrm>
            <a:custGeom>
              <a:avLst/>
              <a:gdLst/>
              <a:ahLst/>
              <a:cxnLst/>
              <a:rect l="l" t="t" r="r" b="b"/>
              <a:pathLst>
                <a:path w="582295">
                  <a:moveTo>
                    <a:pt x="581926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4"/>
            <p:cNvSpPr/>
            <p:nvPr/>
          </p:nvSpPr>
          <p:spPr>
            <a:xfrm>
              <a:off x="10381949" y="3184947"/>
              <a:ext cx="1804670" cy="0"/>
            </a:xfrm>
            <a:custGeom>
              <a:avLst/>
              <a:gdLst/>
              <a:ahLst/>
              <a:cxnLst/>
              <a:rect l="l" t="t" r="r" b="b"/>
              <a:pathLst>
                <a:path w="1804670">
                  <a:moveTo>
                    <a:pt x="0" y="0"/>
                  </a:moveTo>
                  <a:lnTo>
                    <a:pt x="180405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5"/>
            <p:cNvSpPr/>
            <p:nvPr/>
          </p:nvSpPr>
          <p:spPr>
            <a:xfrm>
              <a:off x="8954610" y="2747487"/>
              <a:ext cx="623570" cy="74295"/>
            </a:xfrm>
            <a:custGeom>
              <a:avLst/>
              <a:gdLst/>
              <a:ahLst/>
              <a:cxnLst/>
              <a:rect l="l" t="t" r="r" b="b"/>
              <a:pathLst>
                <a:path w="623570" h="74294">
                  <a:moveTo>
                    <a:pt x="365556" y="0"/>
                  </a:moveTo>
                  <a:lnTo>
                    <a:pt x="256997" y="0"/>
                  </a:lnTo>
                  <a:lnTo>
                    <a:pt x="0" y="74091"/>
                  </a:lnTo>
                  <a:lnTo>
                    <a:pt x="245465" y="74091"/>
                  </a:lnTo>
                  <a:lnTo>
                    <a:pt x="623011" y="74091"/>
                  </a:lnTo>
                  <a:lnTo>
                    <a:pt x="365556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6"/>
            <p:cNvSpPr/>
            <p:nvPr/>
          </p:nvSpPr>
          <p:spPr>
            <a:xfrm>
              <a:off x="9091414" y="2567998"/>
              <a:ext cx="349885" cy="69850"/>
            </a:xfrm>
            <a:custGeom>
              <a:avLst/>
              <a:gdLst/>
              <a:ahLst/>
              <a:cxnLst/>
              <a:rect l="l" t="t" r="r" b="b"/>
              <a:pathLst>
                <a:path w="349884" h="69850">
                  <a:moveTo>
                    <a:pt x="201307" y="0"/>
                  </a:moveTo>
                  <a:lnTo>
                    <a:pt x="147510" y="0"/>
                  </a:lnTo>
                  <a:lnTo>
                    <a:pt x="0" y="69659"/>
                  </a:lnTo>
                  <a:lnTo>
                    <a:pt x="349326" y="69659"/>
                  </a:lnTo>
                  <a:lnTo>
                    <a:pt x="201307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7"/>
            <p:cNvSpPr/>
            <p:nvPr/>
          </p:nvSpPr>
          <p:spPr>
            <a:xfrm>
              <a:off x="9156090" y="2392807"/>
              <a:ext cx="220345" cy="791845"/>
            </a:xfrm>
            <a:custGeom>
              <a:avLst/>
              <a:gdLst/>
              <a:ahLst/>
              <a:cxnLst/>
              <a:rect l="l" t="t" r="r" b="b"/>
              <a:pathLst>
                <a:path w="220345" h="791844">
                  <a:moveTo>
                    <a:pt x="50380" y="427723"/>
                  </a:moveTo>
                  <a:lnTo>
                    <a:pt x="220065" y="791464"/>
                  </a:lnTo>
                  <a:lnTo>
                    <a:pt x="109639" y="0"/>
                  </a:lnTo>
                  <a:lnTo>
                    <a:pt x="0" y="791464"/>
                  </a:lnTo>
                  <a:lnTo>
                    <a:pt x="169468" y="428777"/>
                  </a:lnTo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8"/>
            <p:cNvSpPr/>
            <p:nvPr/>
          </p:nvSpPr>
          <p:spPr>
            <a:xfrm>
              <a:off x="10625856" y="4209251"/>
              <a:ext cx="1013460" cy="977900"/>
            </a:xfrm>
            <a:custGeom>
              <a:avLst/>
              <a:gdLst/>
              <a:ahLst/>
              <a:cxnLst/>
              <a:rect l="l" t="t" r="r" b="b"/>
              <a:pathLst>
                <a:path w="1013459" h="977900">
                  <a:moveTo>
                    <a:pt x="0" y="977328"/>
                  </a:moveTo>
                  <a:lnTo>
                    <a:pt x="524687" y="977328"/>
                  </a:lnTo>
                  <a:lnTo>
                    <a:pt x="571748" y="975091"/>
                  </a:lnTo>
                  <a:lnTo>
                    <a:pt x="617543" y="968517"/>
                  </a:lnTo>
                  <a:lnTo>
                    <a:pt x="661867" y="957810"/>
                  </a:lnTo>
                  <a:lnTo>
                    <a:pt x="704517" y="943175"/>
                  </a:lnTo>
                  <a:lnTo>
                    <a:pt x="745287" y="924817"/>
                  </a:lnTo>
                  <a:lnTo>
                    <a:pt x="783972" y="902941"/>
                  </a:lnTo>
                  <a:lnTo>
                    <a:pt x="820367" y="877751"/>
                  </a:lnTo>
                  <a:lnTo>
                    <a:pt x="854268" y="849453"/>
                  </a:lnTo>
                  <a:lnTo>
                    <a:pt x="885470" y="818251"/>
                  </a:lnTo>
                  <a:lnTo>
                    <a:pt x="913768" y="784350"/>
                  </a:lnTo>
                  <a:lnTo>
                    <a:pt x="938958" y="747954"/>
                  </a:lnTo>
                  <a:lnTo>
                    <a:pt x="960834" y="709269"/>
                  </a:lnTo>
                  <a:lnTo>
                    <a:pt x="979192" y="668500"/>
                  </a:lnTo>
                  <a:lnTo>
                    <a:pt x="993827" y="625850"/>
                  </a:lnTo>
                  <a:lnTo>
                    <a:pt x="1004534" y="581526"/>
                  </a:lnTo>
                  <a:lnTo>
                    <a:pt x="1011108" y="535731"/>
                  </a:lnTo>
                  <a:lnTo>
                    <a:pt x="1013345" y="488670"/>
                  </a:lnTo>
                  <a:lnTo>
                    <a:pt x="1011108" y="441607"/>
                  </a:lnTo>
                  <a:lnTo>
                    <a:pt x="1004534" y="395811"/>
                  </a:lnTo>
                  <a:lnTo>
                    <a:pt x="993827" y="351484"/>
                  </a:lnTo>
                  <a:lnTo>
                    <a:pt x="979192" y="308833"/>
                  </a:lnTo>
                  <a:lnTo>
                    <a:pt x="960834" y="268063"/>
                  </a:lnTo>
                  <a:lnTo>
                    <a:pt x="938958" y="229377"/>
                  </a:lnTo>
                  <a:lnTo>
                    <a:pt x="913768" y="192980"/>
                  </a:lnTo>
                  <a:lnTo>
                    <a:pt x="885470" y="159078"/>
                  </a:lnTo>
                  <a:lnTo>
                    <a:pt x="854268" y="127876"/>
                  </a:lnTo>
                  <a:lnTo>
                    <a:pt x="820367" y="99577"/>
                  </a:lnTo>
                  <a:lnTo>
                    <a:pt x="783972" y="74387"/>
                  </a:lnTo>
                  <a:lnTo>
                    <a:pt x="745287" y="52511"/>
                  </a:lnTo>
                  <a:lnTo>
                    <a:pt x="704517" y="34153"/>
                  </a:lnTo>
                  <a:lnTo>
                    <a:pt x="661867" y="19518"/>
                  </a:lnTo>
                  <a:lnTo>
                    <a:pt x="617543" y="8811"/>
                  </a:lnTo>
                  <a:lnTo>
                    <a:pt x="571748" y="2236"/>
                  </a:lnTo>
                  <a:lnTo>
                    <a:pt x="524687" y="0"/>
                  </a:lnTo>
                  <a:lnTo>
                    <a:pt x="44507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9"/>
            <p:cNvSpPr/>
            <p:nvPr/>
          </p:nvSpPr>
          <p:spPr>
            <a:xfrm>
              <a:off x="7809947" y="4788629"/>
              <a:ext cx="11430" cy="379730"/>
            </a:xfrm>
            <a:custGeom>
              <a:avLst/>
              <a:gdLst/>
              <a:ahLst/>
              <a:cxnLst/>
              <a:rect l="l" t="t" r="r" b="b"/>
              <a:pathLst>
                <a:path w="11429" h="379729">
                  <a:moveTo>
                    <a:pt x="0" y="379463"/>
                  </a:moveTo>
                  <a:lnTo>
                    <a:pt x="1111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0"/>
            <p:cNvSpPr/>
            <p:nvPr/>
          </p:nvSpPr>
          <p:spPr>
            <a:xfrm>
              <a:off x="7845309" y="4803885"/>
              <a:ext cx="10160" cy="336550"/>
            </a:xfrm>
            <a:custGeom>
              <a:avLst/>
              <a:gdLst/>
              <a:ahLst/>
              <a:cxnLst/>
              <a:rect l="l" t="t" r="r" b="b"/>
              <a:pathLst>
                <a:path w="10159" h="336550">
                  <a:moveTo>
                    <a:pt x="0" y="0"/>
                  </a:moveTo>
                  <a:lnTo>
                    <a:pt x="9842" y="33634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1"/>
            <p:cNvSpPr/>
            <p:nvPr/>
          </p:nvSpPr>
          <p:spPr>
            <a:xfrm>
              <a:off x="8748591" y="4803885"/>
              <a:ext cx="10160" cy="336550"/>
            </a:xfrm>
            <a:custGeom>
              <a:avLst/>
              <a:gdLst/>
              <a:ahLst/>
              <a:cxnLst/>
              <a:rect l="l" t="t" r="r" b="b"/>
              <a:pathLst>
                <a:path w="10159" h="336550">
                  <a:moveTo>
                    <a:pt x="0" y="0"/>
                  </a:moveTo>
                  <a:lnTo>
                    <a:pt x="9842" y="33634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2"/>
            <p:cNvSpPr/>
            <p:nvPr/>
          </p:nvSpPr>
          <p:spPr>
            <a:xfrm>
              <a:off x="8387379" y="4803885"/>
              <a:ext cx="10160" cy="336550"/>
            </a:xfrm>
            <a:custGeom>
              <a:avLst/>
              <a:gdLst/>
              <a:ahLst/>
              <a:cxnLst/>
              <a:rect l="l" t="t" r="r" b="b"/>
              <a:pathLst>
                <a:path w="10159" h="336550">
                  <a:moveTo>
                    <a:pt x="0" y="0"/>
                  </a:moveTo>
                  <a:lnTo>
                    <a:pt x="9842" y="33634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3"/>
            <p:cNvSpPr/>
            <p:nvPr/>
          </p:nvSpPr>
          <p:spPr>
            <a:xfrm>
              <a:off x="8352018" y="4788629"/>
              <a:ext cx="11430" cy="379730"/>
            </a:xfrm>
            <a:custGeom>
              <a:avLst/>
              <a:gdLst/>
              <a:ahLst/>
              <a:cxnLst/>
              <a:rect l="l" t="t" r="r" b="b"/>
              <a:pathLst>
                <a:path w="11429" h="379729">
                  <a:moveTo>
                    <a:pt x="0" y="379463"/>
                  </a:moveTo>
                  <a:lnTo>
                    <a:pt x="1111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4"/>
            <p:cNvSpPr/>
            <p:nvPr/>
          </p:nvSpPr>
          <p:spPr>
            <a:xfrm>
              <a:off x="8713230" y="4788629"/>
              <a:ext cx="11430" cy="379730"/>
            </a:xfrm>
            <a:custGeom>
              <a:avLst/>
              <a:gdLst/>
              <a:ahLst/>
              <a:cxnLst/>
              <a:rect l="l" t="t" r="r" b="b"/>
              <a:pathLst>
                <a:path w="11429" h="379729">
                  <a:moveTo>
                    <a:pt x="0" y="379463"/>
                  </a:moveTo>
                  <a:lnTo>
                    <a:pt x="1111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5"/>
            <p:cNvSpPr/>
            <p:nvPr/>
          </p:nvSpPr>
          <p:spPr>
            <a:xfrm>
              <a:off x="9627395" y="4896181"/>
              <a:ext cx="59690" cy="54610"/>
            </a:xfrm>
            <a:custGeom>
              <a:avLst/>
              <a:gdLst/>
              <a:ahLst/>
              <a:cxnLst/>
              <a:rect l="l" t="t" r="r" b="b"/>
              <a:pathLst>
                <a:path w="59690" h="54610">
                  <a:moveTo>
                    <a:pt x="59220" y="0"/>
                  </a:moveTo>
                  <a:lnTo>
                    <a:pt x="0" y="54609"/>
                  </a:lnTo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6"/>
            <p:cNvSpPr/>
            <p:nvPr/>
          </p:nvSpPr>
          <p:spPr>
            <a:xfrm>
              <a:off x="9898667" y="4956500"/>
              <a:ext cx="40005" cy="34290"/>
            </a:xfrm>
            <a:custGeom>
              <a:avLst/>
              <a:gdLst/>
              <a:ahLst/>
              <a:cxnLst/>
              <a:rect l="l" t="t" r="r" b="b"/>
              <a:pathLst>
                <a:path w="40004" h="34289">
                  <a:moveTo>
                    <a:pt x="39865" y="0"/>
                  </a:moveTo>
                  <a:lnTo>
                    <a:pt x="0" y="3403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7"/>
            <p:cNvSpPr/>
            <p:nvPr/>
          </p:nvSpPr>
          <p:spPr>
            <a:xfrm>
              <a:off x="9523036" y="4645991"/>
              <a:ext cx="240665" cy="365125"/>
            </a:xfrm>
            <a:custGeom>
              <a:avLst/>
              <a:gdLst/>
              <a:ahLst/>
              <a:cxnLst/>
              <a:rect l="l" t="t" r="r" b="b"/>
              <a:pathLst>
                <a:path w="240665" h="365125">
                  <a:moveTo>
                    <a:pt x="153975" y="0"/>
                  </a:moveTo>
                  <a:lnTo>
                    <a:pt x="208468" y="60241"/>
                  </a:lnTo>
                  <a:lnTo>
                    <a:pt x="234871" y="102601"/>
                  </a:lnTo>
                  <a:lnTo>
                    <a:pt x="240601" y="147130"/>
                  </a:lnTo>
                  <a:lnTo>
                    <a:pt x="233071" y="213880"/>
                  </a:lnTo>
                  <a:lnTo>
                    <a:pt x="204659" y="285046"/>
                  </a:lnTo>
                  <a:lnTo>
                    <a:pt x="157346" y="331704"/>
                  </a:lnTo>
                  <a:lnTo>
                    <a:pt x="112954" y="357227"/>
                  </a:lnTo>
                  <a:lnTo>
                    <a:pt x="93308" y="364985"/>
                  </a:lnTo>
                  <a:lnTo>
                    <a:pt x="36125" y="334526"/>
                  </a:lnTo>
                  <a:lnTo>
                    <a:pt x="7802" y="310056"/>
                  </a:lnTo>
                  <a:lnTo>
                    <a:pt x="0" y="278687"/>
                  </a:lnTo>
                  <a:lnTo>
                    <a:pt x="4382" y="227533"/>
                  </a:lnTo>
                  <a:lnTo>
                    <a:pt x="18988" y="181926"/>
                  </a:lnTo>
                  <a:lnTo>
                    <a:pt x="47520" y="135429"/>
                  </a:lnTo>
                  <a:lnTo>
                    <a:pt x="82632" y="91016"/>
                  </a:lnTo>
                  <a:lnTo>
                    <a:pt x="116976" y="51657"/>
                  </a:lnTo>
                  <a:lnTo>
                    <a:pt x="143206" y="20328"/>
                  </a:lnTo>
                  <a:lnTo>
                    <a:pt x="153975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8"/>
            <p:cNvSpPr/>
            <p:nvPr/>
          </p:nvSpPr>
          <p:spPr>
            <a:xfrm>
              <a:off x="9616343" y="4849474"/>
              <a:ext cx="29845" cy="337185"/>
            </a:xfrm>
            <a:custGeom>
              <a:avLst/>
              <a:gdLst/>
              <a:ahLst/>
              <a:cxnLst/>
              <a:rect l="l" t="t" r="r" b="b"/>
              <a:pathLst>
                <a:path w="29845" h="337185">
                  <a:moveTo>
                    <a:pt x="0" y="337045"/>
                  </a:moveTo>
                  <a:lnTo>
                    <a:pt x="0" y="161505"/>
                  </a:lnTo>
                  <a:lnTo>
                    <a:pt x="2964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49"/>
            <p:cNvSpPr/>
            <p:nvPr/>
          </p:nvSpPr>
          <p:spPr>
            <a:xfrm>
              <a:off x="9836790" y="4785657"/>
              <a:ext cx="136525" cy="274320"/>
            </a:xfrm>
            <a:custGeom>
              <a:avLst/>
              <a:gdLst/>
              <a:ahLst/>
              <a:cxnLst/>
              <a:rect l="l" t="t" r="r" b="b"/>
              <a:pathLst>
                <a:path w="136525" h="274320">
                  <a:moveTo>
                    <a:pt x="49680" y="274269"/>
                  </a:moveTo>
                  <a:lnTo>
                    <a:pt x="99834" y="246607"/>
                  </a:lnTo>
                  <a:lnTo>
                    <a:pt x="125537" y="224664"/>
                  </a:lnTo>
                  <a:lnTo>
                    <a:pt x="134877" y="196989"/>
                  </a:lnTo>
                  <a:lnTo>
                    <a:pt x="135939" y="152133"/>
                  </a:lnTo>
                  <a:lnTo>
                    <a:pt x="130376" y="98932"/>
                  </a:lnTo>
                  <a:lnTo>
                    <a:pt x="117657" y="54859"/>
                  </a:lnTo>
                  <a:lnTo>
                    <a:pt x="102567" y="21390"/>
                  </a:lnTo>
                  <a:lnTo>
                    <a:pt x="89889" y="0"/>
                  </a:lnTo>
                  <a:lnTo>
                    <a:pt x="68153" y="34334"/>
                  </a:lnTo>
                  <a:lnTo>
                    <a:pt x="53879" y="56411"/>
                  </a:lnTo>
                  <a:lnTo>
                    <a:pt x="40741" y="75800"/>
                  </a:lnTo>
                  <a:lnTo>
                    <a:pt x="22413" y="102069"/>
                  </a:lnTo>
                  <a:lnTo>
                    <a:pt x="3951" y="140963"/>
                  </a:lnTo>
                  <a:lnTo>
                    <a:pt x="0" y="185073"/>
                  </a:lnTo>
                  <a:lnTo>
                    <a:pt x="14071" y="230732"/>
                  </a:lnTo>
                  <a:lnTo>
                    <a:pt x="49680" y="27426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0"/>
            <p:cNvSpPr/>
            <p:nvPr/>
          </p:nvSpPr>
          <p:spPr>
            <a:xfrm>
              <a:off x="9886472" y="4932061"/>
              <a:ext cx="22860" cy="254635"/>
            </a:xfrm>
            <a:custGeom>
              <a:avLst/>
              <a:gdLst/>
              <a:ahLst/>
              <a:cxnLst/>
              <a:rect l="l" t="t" r="r" b="b"/>
              <a:pathLst>
                <a:path w="22859" h="254635">
                  <a:moveTo>
                    <a:pt x="22478" y="0"/>
                  </a:moveTo>
                  <a:lnTo>
                    <a:pt x="0" y="127863"/>
                  </a:lnTo>
                  <a:lnTo>
                    <a:pt x="0" y="254457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1"/>
            <p:cNvSpPr/>
            <p:nvPr/>
          </p:nvSpPr>
          <p:spPr>
            <a:xfrm>
              <a:off x="8599909" y="4631048"/>
              <a:ext cx="251998" cy="2337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2"/>
            <p:cNvSpPr/>
            <p:nvPr/>
          </p:nvSpPr>
          <p:spPr>
            <a:xfrm>
              <a:off x="8238697" y="4631048"/>
              <a:ext cx="251999" cy="23371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3"/>
            <p:cNvSpPr/>
            <p:nvPr/>
          </p:nvSpPr>
          <p:spPr>
            <a:xfrm>
              <a:off x="7696627" y="4631048"/>
              <a:ext cx="176850" cy="19216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4"/>
            <p:cNvSpPr/>
            <p:nvPr/>
          </p:nvSpPr>
          <p:spPr>
            <a:xfrm>
              <a:off x="7227167" y="5140090"/>
              <a:ext cx="1863089" cy="47625"/>
            </a:xfrm>
            <a:custGeom>
              <a:avLst/>
              <a:gdLst/>
              <a:ahLst/>
              <a:cxnLst/>
              <a:rect l="l" t="t" r="r" b="b"/>
              <a:pathLst>
                <a:path w="1863090" h="47625">
                  <a:moveTo>
                    <a:pt x="1862823" y="12534"/>
                  </a:moveTo>
                  <a:lnTo>
                    <a:pt x="1851239" y="23826"/>
                  </a:lnTo>
                  <a:lnTo>
                    <a:pt x="1839599" y="35059"/>
                  </a:lnTo>
                  <a:lnTo>
                    <a:pt x="1825452" y="43676"/>
                  </a:lnTo>
                  <a:lnTo>
                    <a:pt x="1806346" y="47117"/>
                  </a:lnTo>
                  <a:lnTo>
                    <a:pt x="1779547" y="39754"/>
                  </a:lnTo>
                  <a:lnTo>
                    <a:pt x="1761210" y="23558"/>
                  </a:lnTo>
                  <a:lnTo>
                    <a:pt x="1742874" y="7362"/>
                  </a:lnTo>
                  <a:lnTo>
                    <a:pt x="1716074" y="0"/>
                  </a:lnTo>
                  <a:lnTo>
                    <a:pt x="1689275" y="7362"/>
                  </a:lnTo>
                  <a:lnTo>
                    <a:pt x="1670937" y="23558"/>
                  </a:lnTo>
                  <a:lnTo>
                    <a:pt x="1652597" y="39754"/>
                  </a:lnTo>
                  <a:lnTo>
                    <a:pt x="1625790" y="47117"/>
                  </a:lnTo>
                  <a:lnTo>
                    <a:pt x="1598991" y="39754"/>
                  </a:lnTo>
                  <a:lnTo>
                    <a:pt x="1580654" y="23558"/>
                  </a:lnTo>
                  <a:lnTo>
                    <a:pt x="1562318" y="7362"/>
                  </a:lnTo>
                  <a:lnTo>
                    <a:pt x="1535518" y="0"/>
                  </a:lnTo>
                  <a:lnTo>
                    <a:pt x="1508711" y="7362"/>
                  </a:lnTo>
                  <a:lnTo>
                    <a:pt x="1490370" y="23558"/>
                  </a:lnTo>
                  <a:lnTo>
                    <a:pt x="1472028" y="39754"/>
                  </a:lnTo>
                  <a:lnTo>
                    <a:pt x="1445221" y="47117"/>
                  </a:lnTo>
                  <a:lnTo>
                    <a:pt x="1418415" y="39754"/>
                  </a:lnTo>
                  <a:lnTo>
                    <a:pt x="1400074" y="23558"/>
                  </a:lnTo>
                  <a:lnTo>
                    <a:pt x="1381737" y="7362"/>
                  </a:lnTo>
                  <a:lnTo>
                    <a:pt x="1354937" y="0"/>
                  </a:lnTo>
                  <a:lnTo>
                    <a:pt x="1328130" y="7362"/>
                  </a:lnTo>
                  <a:lnTo>
                    <a:pt x="1309787" y="23558"/>
                  </a:lnTo>
                  <a:lnTo>
                    <a:pt x="1291442" y="39754"/>
                  </a:lnTo>
                  <a:lnTo>
                    <a:pt x="1264627" y="47117"/>
                  </a:lnTo>
                  <a:lnTo>
                    <a:pt x="1237813" y="39754"/>
                  </a:lnTo>
                  <a:lnTo>
                    <a:pt x="1219468" y="23558"/>
                  </a:lnTo>
                  <a:lnTo>
                    <a:pt x="1201125" y="7362"/>
                  </a:lnTo>
                  <a:lnTo>
                    <a:pt x="1174318" y="0"/>
                  </a:lnTo>
                  <a:lnTo>
                    <a:pt x="1147503" y="7362"/>
                  </a:lnTo>
                  <a:lnTo>
                    <a:pt x="1129158" y="23558"/>
                  </a:lnTo>
                  <a:lnTo>
                    <a:pt x="1110815" y="39754"/>
                  </a:lnTo>
                  <a:lnTo>
                    <a:pt x="1084008" y="47117"/>
                  </a:lnTo>
                  <a:lnTo>
                    <a:pt x="1057194" y="39754"/>
                  </a:lnTo>
                  <a:lnTo>
                    <a:pt x="1038848" y="23558"/>
                  </a:lnTo>
                  <a:lnTo>
                    <a:pt x="1020505" y="7362"/>
                  </a:lnTo>
                  <a:lnTo>
                    <a:pt x="993698" y="0"/>
                  </a:lnTo>
                  <a:lnTo>
                    <a:pt x="966884" y="7362"/>
                  </a:lnTo>
                  <a:lnTo>
                    <a:pt x="948537" y="23558"/>
                  </a:lnTo>
                  <a:lnTo>
                    <a:pt x="930190" y="39754"/>
                  </a:lnTo>
                  <a:lnTo>
                    <a:pt x="903376" y="47117"/>
                  </a:lnTo>
                  <a:lnTo>
                    <a:pt x="876561" y="39754"/>
                  </a:lnTo>
                  <a:lnTo>
                    <a:pt x="858215" y="23558"/>
                  </a:lnTo>
                  <a:lnTo>
                    <a:pt x="839868" y="7362"/>
                  </a:lnTo>
                  <a:lnTo>
                    <a:pt x="813053" y="0"/>
                  </a:lnTo>
                  <a:lnTo>
                    <a:pt x="786239" y="7362"/>
                  </a:lnTo>
                  <a:lnTo>
                    <a:pt x="767892" y="23558"/>
                  </a:lnTo>
                  <a:lnTo>
                    <a:pt x="749546" y="39754"/>
                  </a:lnTo>
                  <a:lnTo>
                    <a:pt x="722731" y="47117"/>
                  </a:lnTo>
                  <a:lnTo>
                    <a:pt x="695917" y="39754"/>
                  </a:lnTo>
                  <a:lnTo>
                    <a:pt x="677570" y="23558"/>
                  </a:lnTo>
                  <a:lnTo>
                    <a:pt x="659223" y="7362"/>
                  </a:lnTo>
                  <a:lnTo>
                    <a:pt x="632409" y="0"/>
                  </a:lnTo>
                  <a:lnTo>
                    <a:pt x="605602" y="7362"/>
                  </a:lnTo>
                  <a:lnTo>
                    <a:pt x="587259" y="23558"/>
                  </a:lnTo>
                  <a:lnTo>
                    <a:pt x="568913" y="39754"/>
                  </a:lnTo>
                  <a:lnTo>
                    <a:pt x="542099" y="47117"/>
                  </a:lnTo>
                  <a:lnTo>
                    <a:pt x="515292" y="39754"/>
                  </a:lnTo>
                  <a:lnTo>
                    <a:pt x="496950" y="23558"/>
                  </a:lnTo>
                  <a:lnTo>
                    <a:pt x="478609" y="7362"/>
                  </a:lnTo>
                  <a:lnTo>
                    <a:pt x="451802" y="0"/>
                  </a:lnTo>
                  <a:lnTo>
                    <a:pt x="424988" y="7362"/>
                  </a:lnTo>
                  <a:lnTo>
                    <a:pt x="406641" y="23558"/>
                  </a:lnTo>
                  <a:lnTo>
                    <a:pt x="388294" y="39754"/>
                  </a:lnTo>
                  <a:lnTo>
                    <a:pt x="361480" y="47117"/>
                  </a:lnTo>
                  <a:lnTo>
                    <a:pt x="334650" y="39754"/>
                  </a:lnTo>
                  <a:lnTo>
                    <a:pt x="316295" y="23558"/>
                  </a:lnTo>
                  <a:lnTo>
                    <a:pt x="297941" y="7362"/>
                  </a:lnTo>
                  <a:lnTo>
                    <a:pt x="271119" y="0"/>
                  </a:lnTo>
                  <a:lnTo>
                    <a:pt x="244304" y="7362"/>
                  </a:lnTo>
                  <a:lnTo>
                    <a:pt x="225956" y="23558"/>
                  </a:lnTo>
                  <a:lnTo>
                    <a:pt x="207606" y="39754"/>
                  </a:lnTo>
                  <a:lnTo>
                    <a:pt x="180784" y="47117"/>
                  </a:lnTo>
                  <a:lnTo>
                    <a:pt x="153947" y="39754"/>
                  </a:lnTo>
                  <a:lnTo>
                    <a:pt x="135586" y="23558"/>
                  </a:lnTo>
                  <a:lnTo>
                    <a:pt x="117228" y="7362"/>
                  </a:lnTo>
                  <a:lnTo>
                    <a:pt x="90398" y="0"/>
                  </a:lnTo>
                  <a:lnTo>
                    <a:pt x="63561" y="7362"/>
                  </a:lnTo>
                  <a:lnTo>
                    <a:pt x="45199" y="23558"/>
                  </a:lnTo>
                  <a:lnTo>
                    <a:pt x="26837" y="39754"/>
                  </a:lnTo>
                  <a:lnTo>
                    <a:pt x="0" y="47117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5"/>
            <p:cNvSpPr/>
            <p:nvPr/>
          </p:nvSpPr>
          <p:spPr>
            <a:xfrm>
              <a:off x="6804012" y="5284623"/>
              <a:ext cx="1905000" cy="47625"/>
            </a:xfrm>
            <a:custGeom>
              <a:avLst/>
              <a:gdLst/>
              <a:ahLst/>
              <a:cxnLst/>
              <a:rect l="l" t="t" r="r" b="b"/>
              <a:pathLst>
                <a:path w="1905000" h="47625">
                  <a:moveTo>
                    <a:pt x="0" y="19545"/>
                  </a:moveTo>
                  <a:lnTo>
                    <a:pt x="9497" y="29318"/>
                  </a:lnTo>
                  <a:lnTo>
                    <a:pt x="19858" y="38188"/>
                  </a:lnTo>
                  <a:lnTo>
                    <a:pt x="32545" y="44630"/>
                  </a:lnTo>
                  <a:lnTo>
                    <a:pt x="49022" y="47117"/>
                  </a:lnTo>
                  <a:lnTo>
                    <a:pt x="75859" y="39754"/>
                  </a:lnTo>
                  <a:lnTo>
                    <a:pt x="94221" y="23558"/>
                  </a:lnTo>
                  <a:lnTo>
                    <a:pt x="112583" y="7362"/>
                  </a:lnTo>
                  <a:lnTo>
                    <a:pt x="139420" y="0"/>
                  </a:lnTo>
                  <a:lnTo>
                    <a:pt x="166250" y="7362"/>
                  </a:lnTo>
                  <a:lnTo>
                    <a:pt x="184608" y="23558"/>
                  </a:lnTo>
                  <a:lnTo>
                    <a:pt x="202969" y="39754"/>
                  </a:lnTo>
                  <a:lnTo>
                    <a:pt x="229806" y="47117"/>
                  </a:lnTo>
                  <a:lnTo>
                    <a:pt x="256621" y="39754"/>
                  </a:lnTo>
                  <a:lnTo>
                    <a:pt x="274969" y="23558"/>
                  </a:lnTo>
                  <a:lnTo>
                    <a:pt x="293319" y="7362"/>
                  </a:lnTo>
                  <a:lnTo>
                    <a:pt x="320141" y="0"/>
                  </a:lnTo>
                  <a:lnTo>
                    <a:pt x="346963" y="7362"/>
                  </a:lnTo>
                  <a:lnTo>
                    <a:pt x="365317" y="23558"/>
                  </a:lnTo>
                  <a:lnTo>
                    <a:pt x="383672" y="39754"/>
                  </a:lnTo>
                  <a:lnTo>
                    <a:pt x="410502" y="47117"/>
                  </a:lnTo>
                  <a:lnTo>
                    <a:pt x="437316" y="39754"/>
                  </a:lnTo>
                  <a:lnTo>
                    <a:pt x="455663" y="23558"/>
                  </a:lnTo>
                  <a:lnTo>
                    <a:pt x="474010" y="7362"/>
                  </a:lnTo>
                  <a:lnTo>
                    <a:pt x="500824" y="0"/>
                  </a:lnTo>
                  <a:lnTo>
                    <a:pt x="527631" y="7362"/>
                  </a:lnTo>
                  <a:lnTo>
                    <a:pt x="545973" y="23558"/>
                  </a:lnTo>
                  <a:lnTo>
                    <a:pt x="564314" y="39754"/>
                  </a:lnTo>
                  <a:lnTo>
                    <a:pt x="591121" y="47117"/>
                  </a:lnTo>
                  <a:lnTo>
                    <a:pt x="617935" y="39754"/>
                  </a:lnTo>
                  <a:lnTo>
                    <a:pt x="636281" y="23558"/>
                  </a:lnTo>
                  <a:lnTo>
                    <a:pt x="654624" y="7362"/>
                  </a:lnTo>
                  <a:lnTo>
                    <a:pt x="681431" y="0"/>
                  </a:lnTo>
                  <a:lnTo>
                    <a:pt x="708245" y="7362"/>
                  </a:lnTo>
                  <a:lnTo>
                    <a:pt x="726592" y="23558"/>
                  </a:lnTo>
                  <a:lnTo>
                    <a:pt x="744939" y="39754"/>
                  </a:lnTo>
                  <a:lnTo>
                    <a:pt x="771753" y="47117"/>
                  </a:lnTo>
                  <a:lnTo>
                    <a:pt x="798568" y="39754"/>
                  </a:lnTo>
                  <a:lnTo>
                    <a:pt x="816914" y="23558"/>
                  </a:lnTo>
                  <a:lnTo>
                    <a:pt x="835261" y="7362"/>
                  </a:lnTo>
                  <a:lnTo>
                    <a:pt x="862076" y="0"/>
                  </a:lnTo>
                  <a:lnTo>
                    <a:pt x="888890" y="7362"/>
                  </a:lnTo>
                  <a:lnTo>
                    <a:pt x="907237" y="23558"/>
                  </a:lnTo>
                  <a:lnTo>
                    <a:pt x="925583" y="39754"/>
                  </a:lnTo>
                  <a:lnTo>
                    <a:pt x="952398" y="47117"/>
                  </a:lnTo>
                  <a:lnTo>
                    <a:pt x="979212" y="39754"/>
                  </a:lnTo>
                  <a:lnTo>
                    <a:pt x="997559" y="23558"/>
                  </a:lnTo>
                  <a:lnTo>
                    <a:pt x="1015906" y="7362"/>
                  </a:lnTo>
                  <a:lnTo>
                    <a:pt x="1042720" y="0"/>
                  </a:lnTo>
                  <a:lnTo>
                    <a:pt x="1069527" y="7362"/>
                  </a:lnTo>
                  <a:lnTo>
                    <a:pt x="1087870" y="23558"/>
                  </a:lnTo>
                  <a:lnTo>
                    <a:pt x="1106216" y="39754"/>
                  </a:lnTo>
                  <a:lnTo>
                    <a:pt x="1133030" y="47117"/>
                  </a:lnTo>
                  <a:lnTo>
                    <a:pt x="1159837" y="39754"/>
                  </a:lnTo>
                  <a:lnTo>
                    <a:pt x="1178179" y="23558"/>
                  </a:lnTo>
                  <a:lnTo>
                    <a:pt x="1196520" y="7362"/>
                  </a:lnTo>
                  <a:lnTo>
                    <a:pt x="1223327" y="0"/>
                  </a:lnTo>
                  <a:lnTo>
                    <a:pt x="1250141" y="7362"/>
                  </a:lnTo>
                  <a:lnTo>
                    <a:pt x="1268488" y="23558"/>
                  </a:lnTo>
                  <a:lnTo>
                    <a:pt x="1286835" y="39754"/>
                  </a:lnTo>
                  <a:lnTo>
                    <a:pt x="1313649" y="47117"/>
                  </a:lnTo>
                  <a:lnTo>
                    <a:pt x="1340457" y="39754"/>
                  </a:lnTo>
                  <a:lnTo>
                    <a:pt x="1358799" y="23558"/>
                  </a:lnTo>
                  <a:lnTo>
                    <a:pt x="1377145" y="7362"/>
                  </a:lnTo>
                  <a:lnTo>
                    <a:pt x="1403959" y="0"/>
                  </a:lnTo>
                  <a:lnTo>
                    <a:pt x="1430758" y="7362"/>
                  </a:lnTo>
                  <a:lnTo>
                    <a:pt x="1449095" y="23558"/>
                  </a:lnTo>
                  <a:lnTo>
                    <a:pt x="1467431" y="39754"/>
                  </a:lnTo>
                  <a:lnTo>
                    <a:pt x="1494231" y="47117"/>
                  </a:lnTo>
                  <a:lnTo>
                    <a:pt x="1521045" y="39754"/>
                  </a:lnTo>
                  <a:lnTo>
                    <a:pt x="1539390" y="23558"/>
                  </a:lnTo>
                  <a:lnTo>
                    <a:pt x="1557733" y="7362"/>
                  </a:lnTo>
                  <a:lnTo>
                    <a:pt x="1584540" y="0"/>
                  </a:lnTo>
                  <a:lnTo>
                    <a:pt x="1611340" y="7362"/>
                  </a:lnTo>
                  <a:lnTo>
                    <a:pt x="1629676" y="23558"/>
                  </a:lnTo>
                  <a:lnTo>
                    <a:pt x="1648013" y="39754"/>
                  </a:lnTo>
                  <a:lnTo>
                    <a:pt x="1674812" y="47117"/>
                  </a:lnTo>
                  <a:lnTo>
                    <a:pt x="1701619" y="39754"/>
                  </a:lnTo>
                  <a:lnTo>
                    <a:pt x="1719959" y="23558"/>
                  </a:lnTo>
                  <a:lnTo>
                    <a:pt x="1738297" y="7362"/>
                  </a:lnTo>
                  <a:lnTo>
                    <a:pt x="1765096" y="0"/>
                  </a:lnTo>
                  <a:lnTo>
                    <a:pt x="1791896" y="7362"/>
                  </a:lnTo>
                  <a:lnTo>
                    <a:pt x="1810232" y="23558"/>
                  </a:lnTo>
                  <a:lnTo>
                    <a:pt x="1828569" y="39754"/>
                  </a:lnTo>
                  <a:lnTo>
                    <a:pt x="1855368" y="47117"/>
                  </a:lnTo>
                  <a:lnTo>
                    <a:pt x="1871845" y="44630"/>
                  </a:lnTo>
                  <a:lnTo>
                    <a:pt x="1884532" y="38188"/>
                  </a:lnTo>
                  <a:lnTo>
                    <a:pt x="1894892" y="29318"/>
                  </a:lnTo>
                  <a:lnTo>
                    <a:pt x="1904390" y="19545"/>
                  </a:lnTo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6"/>
            <p:cNvSpPr/>
            <p:nvPr/>
          </p:nvSpPr>
          <p:spPr>
            <a:xfrm>
              <a:off x="7805001" y="4742061"/>
              <a:ext cx="143625" cy="12269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7"/>
            <p:cNvSpPr/>
            <p:nvPr/>
          </p:nvSpPr>
          <p:spPr>
            <a:xfrm>
              <a:off x="9083234" y="4549584"/>
              <a:ext cx="80941" cy="8093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8"/>
            <p:cNvSpPr/>
            <p:nvPr/>
          </p:nvSpPr>
          <p:spPr>
            <a:xfrm>
              <a:off x="9143306" y="4671776"/>
              <a:ext cx="15240" cy="514984"/>
            </a:xfrm>
            <a:custGeom>
              <a:avLst/>
              <a:gdLst/>
              <a:ahLst/>
              <a:cxnLst/>
              <a:rect l="l" t="t" r="r" b="b"/>
              <a:pathLst>
                <a:path w="15240" h="514985">
                  <a:moveTo>
                    <a:pt x="15074" y="514743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59"/>
            <p:cNvSpPr/>
            <p:nvPr/>
          </p:nvSpPr>
          <p:spPr>
            <a:xfrm>
              <a:off x="9089989" y="4618990"/>
              <a:ext cx="15875" cy="534035"/>
            </a:xfrm>
            <a:custGeom>
              <a:avLst/>
              <a:gdLst/>
              <a:ahLst/>
              <a:cxnLst/>
              <a:rect l="l" t="t" r="r" b="b"/>
              <a:pathLst>
                <a:path w="15875" h="534035">
                  <a:moveTo>
                    <a:pt x="15621" y="0"/>
                  </a:moveTo>
                  <a:lnTo>
                    <a:pt x="0" y="533641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0"/>
            <p:cNvSpPr/>
            <p:nvPr/>
          </p:nvSpPr>
          <p:spPr>
            <a:xfrm>
              <a:off x="8909194" y="4402744"/>
              <a:ext cx="338270" cy="37255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1"/>
            <p:cNvSpPr/>
            <p:nvPr/>
          </p:nvSpPr>
          <p:spPr>
            <a:xfrm>
              <a:off x="9158377" y="5186522"/>
              <a:ext cx="1473835" cy="0"/>
            </a:xfrm>
            <a:custGeom>
              <a:avLst/>
              <a:gdLst/>
              <a:ahLst/>
              <a:cxnLst/>
              <a:rect l="l" t="t" r="r" b="b"/>
              <a:pathLst>
                <a:path w="1473834">
                  <a:moveTo>
                    <a:pt x="1473834" y="0"/>
                  </a:moveTo>
                  <a:lnTo>
                    <a:pt x="801293" y="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4" name="Bild 63" descr="eliagroup_LO_weiss.png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998" y="0"/>
            <a:ext cx="2215202" cy="760614"/>
          </a:xfrm>
          <a:prstGeom prst="rect">
            <a:avLst/>
          </a:prstGeom>
        </p:spPr>
      </p:pic>
      <p:sp>
        <p:nvSpPr>
          <p:cNvPr id="66" name="Textfeld 62">
            <a:extLst>
              <a:ext uri="{FF2B5EF4-FFF2-40B4-BE49-F238E27FC236}">
                <a16:creationId xmlns:a16="http://schemas.microsoft.com/office/drawing/2014/main" id="{78EECDB7-BF51-4CFF-98E7-AD874496CECD}"/>
              </a:ext>
            </a:extLst>
          </p:cNvPr>
          <p:cNvSpPr txBox="1"/>
          <p:nvPr userDrawn="1"/>
        </p:nvSpPr>
        <p:spPr>
          <a:xfrm>
            <a:off x="4655840" y="2937600"/>
            <a:ext cx="2335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000" b="1">
                <a:solidFill>
                  <a:srgbClr val="FFFFFF"/>
                </a:solidFill>
                <a:latin typeface="Arial"/>
                <a:cs typeface="Arial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54032378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869D6-A41A-4EFC-A4F7-BE408842F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7" name="Content Placeholder 46">
            <a:extLst>
              <a:ext uri="{FF2B5EF4-FFF2-40B4-BE49-F238E27FC236}">
                <a16:creationId xmlns:a16="http://schemas.microsoft.com/office/drawing/2014/main" id="{5EA1FFF2-D456-4A03-BFA4-5545B9235D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1952600"/>
            <a:ext cx="9792000" cy="36360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B1257-443C-4301-89D9-FA707E60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wrap="none" lIns="0" tIns="45720" rIns="0" bIns="0" rtlCol="0" anchor="ctr"/>
          <a:lstStyle>
            <a:lvl1pPr>
              <a:defRPr lang="de-DE"/>
            </a:lvl1pPr>
          </a:lstStyle>
          <a:p>
            <a:pPr algn="r" defTabSz="457200"/>
            <a:r>
              <a:rPr lang="en-GB"/>
              <a:t>GeoIS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32F9A-BE95-4779-BFBB-FC1D8A2FD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F4F6-8314-4173-B77E-ACDB3515A2E2}" type="slidenum">
              <a:rPr lang="en-GB" smtClean="0"/>
              <a:t>‹nr.›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71C4D7F-CC8E-4D58-B78B-34A2FDD1C281}"/>
              </a:ext>
            </a:extLst>
          </p:cNvPr>
          <p:cNvGrpSpPr/>
          <p:nvPr userDrawn="1"/>
        </p:nvGrpSpPr>
        <p:grpSpPr>
          <a:xfrm>
            <a:off x="0" y="5964940"/>
            <a:ext cx="9078301" cy="535703"/>
            <a:chOff x="0" y="5964940"/>
            <a:chExt cx="9078301" cy="53570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7559A6B-E466-4D7C-AF03-0866DA537B62}"/>
                </a:ext>
              </a:extLst>
            </p:cNvPr>
            <p:cNvGrpSpPr/>
            <p:nvPr userDrawn="1"/>
          </p:nvGrpSpPr>
          <p:grpSpPr>
            <a:xfrm>
              <a:off x="8906480" y="5964940"/>
              <a:ext cx="171821" cy="171821"/>
              <a:chOff x="10960096" y="4204963"/>
              <a:chExt cx="405867" cy="405866"/>
            </a:xfrm>
          </p:grpSpPr>
          <p:sp>
            <p:nvSpPr>
              <p:cNvPr id="33" name="object 26">
                <a:extLst>
                  <a:ext uri="{FF2B5EF4-FFF2-40B4-BE49-F238E27FC236}">
                    <a16:creationId xmlns:a16="http://schemas.microsoft.com/office/drawing/2014/main" id="{2A04438E-A60E-49D9-8066-245FB3FB591D}"/>
                  </a:ext>
                </a:extLst>
              </p:cNvPr>
              <p:cNvSpPr/>
              <p:nvPr userDrawn="1"/>
            </p:nvSpPr>
            <p:spPr>
              <a:xfrm>
                <a:off x="11162878" y="4204963"/>
                <a:ext cx="0" cy="64807"/>
              </a:xfrm>
              <a:custGeom>
                <a:avLst/>
                <a:gdLst/>
                <a:ahLst/>
                <a:cxnLst/>
                <a:rect l="l" t="t" r="r" b="b"/>
                <a:pathLst>
                  <a:path h="78739">
                    <a:moveTo>
                      <a:pt x="0" y="78371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34" name="object 27">
                <a:extLst>
                  <a:ext uri="{FF2B5EF4-FFF2-40B4-BE49-F238E27FC236}">
                    <a16:creationId xmlns:a16="http://schemas.microsoft.com/office/drawing/2014/main" id="{7340134B-296E-48FA-ADF4-723E43FB25E7}"/>
                  </a:ext>
                </a:extLst>
              </p:cNvPr>
              <p:cNvSpPr/>
              <p:nvPr userDrawn="1"/>
            </p:nvSpPr>
            <p:spPr>
              <a:xfrm>
                <a:off x="10960096" y="4407744"/>
                <a:ext cx="64807" cy="0"/>
              </a:xfrm>
              <a:custGeom>
                <a:avLst/>
                <a:gdLst/>
                <a:ahLst/>
                <a:cxnLst/>
                <a:rect l="l" t="t" r="r" b="b"/>
                <a:pathLst>
                  <a:path w="78740">
                    <a:moveTo>
                      <a:pt x="78371" y="0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35" name="object 28">
                <a:extLst>
                  <a:ext uri="{FF2B5EF4-FFF2-40B4-BE49-F238E27FC236}">
                    <a16:creationId xmlns:a16="http://schemas.microsoft.com/office/drawing/2014/main" id="{1A5FCA38-7EB2-4A3B-A648-A9F69CC52DCA}"/>
                  </a:ext>
                </a:extLst>
              </p:cNvPr>
              <p:cNvSpPr/>
              <p:nvPr userDrawn="1"/>
            </p:nvSpPr>
            <p:spPr>
              <a:xfrm>
                <a:off x="11162878" y="4546022"/>
                <a:ext cx="0" cy="64807"/>
              </a:xfrm>
              <a:custGeom>
                <a:avLst/>
                <a:gdLst/>
                <a:ahLst/>
                <a:cxnLst/>
                <a:rect l="l" t="t" r="r" b="b"/>
                <a:pathLst>
                  <a:path h="78739">
                    <a:moveTo>
                      <a:pt x="0" y="0"/>
                    </a:moveTo>
                    <a:lnTo>
                      <a:pt x="0" y="78371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36" name="object 29">
                <a:extLst>
                  <a:ext uri="{FF2B5EF4-FFF2-40B4-BE49-F238E27FC236}">
                    <a16:creationId xmlns:a16="http://schemas.microsoft.com/office/drawing/2014/main" id="{993CAAB9-2C6F-4996-8577-F36ABD293D14}"/>
                  </a:ext>
                </a:extLst>
              </p:cNvPr>
              <p:cNvSpPr/>
              <p:nvPr userDrawn="1"/>
            </p:nvSpPr>
            <p:spPr>
              <a:xfrm>
                <a:off x="11301156" y="4407744"/>
                <a:ext cx="64807" cy="0"/>
              </a:xfrm>
              <a:custGeom>
                <a:avLst/>
                <a:gdLst/>
                <a:ahLst/>
                <a:cxnLst/>
                <a:rect l="l" t="t" r="r" b="b"/>
                <a:pathLst>
                  <a:path w="78740">
                    <a:moveTo>
                      <a:pt x="0" y="0"/>
                    </a:moveTo>
                    <a:lnTo>
                      <a:pt x="78371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37" name="object 30">
                <a:extLst>
                  <a:ext uri="{FF2B5EF4-FFF2-40B4-BE49-F238E27FC236}">
                    <a16:creationId xmlns:a16="http://schemas.microsoft.com/office/drawing/2014/main" id="{85F8C509-742B-46B5-975E-954E0F165813}"/>
                  </a:ext>
                </a:extLst>
              </p:cNvPr>
              <p:cNvSpPr/>
              <p:nvPr userDrawn="1"/>
            </p:nvSpPr>
            <p:spPr>
              <a:xfrm>
                <a:off x="10998198" y="4312662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54584" y="31521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38" name="object 31">
                <a:extLst>
                  <a:ext uri="{FF2B5EF4-FFF2-40B4-BE49-F238E27FC236}">
                    <a16:creationId xmlns:a16="http://schemas.microsoft.com/office/drawing/2014/main" id="{33502E9C-3DAB-4187-B911-0F733496E7EE}"/>
                  </a:ext>
                </a:extLst>
              </p:cNvPr>
              <p:cNvSpPr/>
              <p:nvPr userDrawn="1"/>
            </p:nvSpPr>
            <p:spPr>
              <a:xfrm>
                <a:off x="11282630" y="4476883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0" y="0"/>
                    </a:moveTo>
                    <a:lnTo>
                      <a:pt x="54584" y="31508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39" name="object 32">
                <a:extLst>
                  <a:ext uri="{FF2B5EF4-FFF2-40B4-BE49-F238E27FC236}">
                    <a16:creationId xmlns:a16="http://schemas.microsoft.com/office/drawing/2014/main" id="{6ED23D2D-FD8A-46ED-B808-20D27C154F62}"/>
                  </a:ext>
                </a:extLst>
              </p:cNvPr>
              <p:cNvSpPr/>
              <p:nvPr userDrawn="1"/>
            </p:nvSpPr>
            <p:spPr>
              <a:xfrm>
                <a:off x="11067805" y="4243066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31508" y="54584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40" name="object 33">
                <a:extLst>
                  <a:ext uri="{FF2B5EF4-FFF2-40B4-BE49-F238E27FC236}">
                    <a16:creationId xmlns:a16="http://schemas.microsoft.com/office/drawing/2014/main" id="{30B2CECC-67FA-4823-BD56-2E7D55686519}"/>
                  </a:ext>
                </a:extLst>
              </p:cNvPr>
              <p:cNvSpPr/>
              <p:nvPr userDrawn="1"/>
            </p:nvSpPr>
            <p:spPr>
              <a:xfrm>
                <a:off x="11232017" y="4527495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0" y="0"/>
                    </a:moveTo>
                    <a:lnTo>
                      <a:pt x="31521" y="5458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41" name="object 34">
                <a:extLst>
                  <a:ext uri="{FF2B5EF4-FFF2-40B4-BE49-F238E27FC236}">
                    <a16:creationId xmlns:a16="http://schemas.microsoft.com/office/drawing/2014/main" id="{118293B0-F893-4505-90D1-6DFF8DAD0955}"/>
                  </a:ext>
                </a:extLst>
              </p:cNvPr>
              <p:cNvSpPr/>
              <p:nvPr userDrawn="1"/>
            </p:nvSpPr>
            <p:spPr>
              <a:xfrm>
                <a:off x="11282630" y="4312662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0" y="31521"/>
                    </a:moveTo>
                    <a:lnTo>
                      <a:pt x="54584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42" name="object 35">
                <a:extLst>
                  <a:ext uri="{FF2B5EF4-FFF2-40B4-BE49-F238E27FC236}">
                    <a16:creationId xmlns:a16="http://schemas.microsoft.com/office/drawing/2014/main" id="{FE8E4647-D090-456D-962F-2D10C482FFE0}"/>
                  </a:ext>
                </a:extLst>
              </p:cNvPr>
              <p:cNvSpPr/>
              <p:nvPr userDrawn="1"/>
            </p:nvSpPr>
            <p:spPr>
              <a:xfrm>
                <a:off x="10998198" y="4476883"/>
                <a:ext cx="44947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54609" h="31750">
                    <a:moveTo>
                      <a:pt x="54584" y="0"/>
                    </a:moveTo>
                    <a:lnTo>
                      <a:pt x="0" y="31508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43" name="object 36">
                <a:extLst>
                  <a:ext uri="{FF2B5EF4-FFF2-40B4-BE49-F238E27FC236}">
                    <a16:creationId xmlns:a16="http://schemas.microsoft.com/office/drawing/2014/main" id="{0FE9228B-B7E2-458F-B643-7CA8328E0C5B}"/>
                  </a:ext>
                </a:extLst>
              </p:cNvPr>
              <p:cNvSpPr/>
              <p:nvPr userDrawn="1"/>
            </p:nvSpPr>
            <p:spPr>
              <a:xfrm>
                <a:off x="11232017" y="4243066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0" y="54584"/>
                    </a:moveTo>
                    <a:lnTo>
                      <a:pt x="31521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44" name="object 37">
                <a:extLst>
                  <a:ext uri="{FF2B5EF4-FFF2-40B4-BE49-F238E27FC236}">
                    <a16:creationId xmlns:a16="http://schemas.microsoft.com/office/drawing/2014/main" id="{4F03C7CD-23A4-41D1-AD92-0AA052B346FE}"/>
                  </a:ext>
                </a:extLst>
              </p:cNvPr>
              <p:cNvSpPr/>
              <p:nvPr userDrawn="1"/>
            </p:nvSpPr>
            <p:spPr>
              <a:xfrm>
                <a:off x="11067794" y="4527495"/>
                <a:ext cx="26132" cy="44947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54610">
                    <a:moveTo>
                      <a:pt x="31521" y="0"/>
                    </a:moveTo>
                    <a:lnTo>
                      <a:pt x="0" y="5458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45" name="object 38">
                <a:extLst>
                  <a:ext uri="{FF2B5EF4-FFF2-40B4-BE49-F238E27FC236}">
                    <a16:creationId xmlns:a16="http://schemas.microsoft.com/office/drawing/2014/main" id="{353F767D-D90B-4841-BCBD-4772BAB462D0}"/>
                  </a:ext>
                </a:extLst>
              </p:cNvPr>
              <p:cNvSpPr/>
              <p:nvPr userDrawn="1"/>
            </p:nvSpPr>
            <p:spPr>
              <a:xfrm>
                <a:off x="11062674" y="4307544"/>
                <a:ext cx="200693" cy="200693"/>
              </a:xfrm>
              <a:custGeom>
                <a:avLst/>
                <a:gdLst/>
                <a:ahLst/>
                <a:cxnLst/>
                <a:rect l="l" t="t" r="r" b="b"/>
                <a:pathLst>
                  <a:path w="243840" h="243839">
                    <a:moveTo>
                      <a:pt x="0" y="121742"/>
                    </a:moveTo>
                    <a:lnTo>
                      <a:pt x="9567" y="169130"/>
                    </a:lnTo>
                    <a:lnTo>
                      <a:pt x="35658" y="207832"/>
                    </a:lnTo>
                    <a:lnTo>
                      <a:pt x="74355" y="233927"/>
                    </a:lnTo>
                    <a:lnTo>
                      <a:pt x="121742" y="243497"/>
                    </a:lnTo>
                    <a:lnTo>
                      <a:pt x="169136" y="233927"/>
                    </a:lnTo>
                    <a:lnTo>
                      <a:pt x="207837" y="207832"/>
                    </a:lnTo>
                    <a:lnTo>
                      <a:pt x="233929" y="169130"/>
                    </a:lnTo>
                    <a:lnTo>
                      <a:pt x="243497" y="121742"/>
                    </a:lnTo>
                    <a:lnTo>
                      <a:pt x="233929" y="74355"/>
                    </a:lnTo>
                    <a:lnTo>
                      <a:pt x="207837" y="35658"/>
                    </a:lnTo>
                    <a:lnTo>
                      <a:pt x="169136" y="9567"/>
                    </a:lnTo>
                    <a:lnTo>
                      <a:pt x="121742" y="0"/>
                    </a:lnTo>
                    <a:lnTo>
                      <a:pt x="74355" y="9567"/>
                    </a:lnTo>
                    <a:lnTo>
                      <a:pt x="35658" y="35658"/>
                    </a:lnTo>
                    <a:lnTo>
                      <a:pt x="9567" y="74355"/>
                    </a:lnTo>
                    <a:lnTo>
                      <a:pt x="0" y="121742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</p:grpSp>
        <p:grpSp>
          <p:nvGrpSpPr>
            <p:cNvPr id="9" name="Gruppierung 14">
              <a:extLst>
                <a:ext uri="{FF2B5EF4-FFF2-40B4-BE49-F238E27FC236}">
                  <a16:creationId xmlns:a16="http://schemas.microsoft.com/office/drawing/2014/main" id="{FB4AFC47-8570-49E4-B86C-52DCDD807D1B}"/>
                </a:ext>
              </a:extLst>
            </p:cNvPr>
            <p:cNvGrpSpPr/>
            <p:nvPr userDrawn="1"/>
          </p:nvGrpSpPr>
          <p:grpSpPr>
            <a:xfrm>
              <a:off x="0" y="6040373"/>
              <a:ext cx="9026886" cy="460270"/>
              <a:chOff x="0" y="6040373"/>
              <a:chExt cx="9026886" cy="460270"/>
            </a:xfrm>
          </p:grpSpPr>
          <p:sp>
            <p:nvSpPr>
              <p:cNvPr id="17" name="object 5">
                <a:extLst>
                  <a:ext uri="{FF2B5EF4-FFF2-40B4-BE49-F238E27FC236}">
                    <a16:creationId xmlns:a16="http://schemas.microsoft.com/office/drawing/2014/main" id="{03FFD7C4-2073-4AFA-BA1F-7F8B99CB45F7}"/>
                  </a:ext>
                </a:extLst>
              </p:cNvPr>
              <p:cNvSpPr/>
              <p:nvPr/>
            </p:nvSpPr>
            <p:spPr>
              <a:xfrm>
                <a:off x="8337530" y="6363619"/>
                <a:ext cx="17716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77165">
                    <a:moveTo>
                      <a:pt x="0" y="0"/>
                    </a:moveTo>
                    <a:lnTo>
                      <a:pt x="176809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18" name="object 7">
                <a:extLst>
                  <a:ext uri="{FF2B5EF4-FFF2-40B4-BE49-F238E27FC236}">
                    <a16:creationId xmlns:a16="http://schemas.microsoft.com/office/drawing/2014/main" id="{F18E6D59-A03F-4808-AD92-301E300922C5}"/>
                  </a:ext>
                </a:extLst>
              </p:cNvPr>
              <p:cNvSpPr/>
              <p:nvPr/>
            </p:nvSpPr>
            <p:spPr>
              <a:xfrm>
                <a:off x="0" y="6363619"/>
                <a:ext cx="82473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8247380">
                    <a:moveTo>
                      <a:pt x="0" y="0"/>
                    </a:moveTo>
                    <a:lnTo>
                      <a:pt x="8247143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19" name="object 8">
                <a:extLst>
                  <a:ext uri="{FF2B5EF4-FFF2-40B4-BE49-F238E27FC236}">
                    <a16:creationId xmlns:a16="http://schemas.microsoft.com/office/drawing/2014/main" id="{68DA3E8B-E980-4F5D-AE3C-6470241388E4}"/>
                  </a:ext>
                </a:extLst>
              </p:cNvPr>
              <p:cNvSpPr/>
              <p:nvPr/>
            </p:nvSpPr>
            <p:spPr>
              <a:xfrm>
                <a:off x="8730631" y="6227932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20" name="object 9">
                <a:extLst>
                  <a:ext uri="{FF2B5EF4-FFF2-40B4-BE49-F238E27FC236}">
                    <a16:creationId xmlns:a16="http://schemas.microsoft.com/office/drawing/2014/main" id="{19BF2C10-5EDB-486C-BBB9-8EBE09DC1FA9}"/>
                  </a:ext>
                </a:extLst>
              </p:cNvPr>
              <p:cNvSpPr/>
              <p:nvPr/>
            </p:nvSpPr>
            <p:spPr>
              <a:xfrm>
                <a:off x="8483920" y="6227932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21" name="object 10">
                <a:extLst>
                  <a:ext uri="{FF2B5EF4-FFF2-40B4-BE49-F238E27FC236}">
                    <a16:creationId xmlns:a16="http://schemas.microsoft.com/office/drawing/2014/main" id="{B35F129A-A3E3-4F40-A884-4628235745A9}"/>
                  </a:ext>
                </a:extLst>
              </p:cNvPr>
              <p:cNvSpPr/>
              <p:nvPr/>
            </p:nvSpPr>
            <p:spPr>
              <a:xfrm>
                <a:off x="8730631" y="6121389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22" name="object 11">
                <a:extLst>
                  <a:ext uri="{FF2B5EF4-FFF2-40B4-BE49-F238E27FC236}">
                    <a16:creationId xmlns:a16="http://schemas.microsoft.com/office/drawing/2014/main" id="{692479A0-6E8F-4FDF-A82F-C7247CCEF222}"/>
                  </a:ext>
                </a:extLst>
              </p:cNvPr>
              <p:cNvSpPr/>
              <p:nvPr/>
            </p:nvSpPr>
            <p:spPr>
              <a:xfrm>
                <a:off x="8483920" y="6121389"/>
                <a:ext cx="0" cy="24130"/>
              </a:xfrm>
              <a:custGeom>
                <a:avLst/>
                <a:gdLst/>
                <a:ahLst/>
                <a:cxnLst/>
                <a:rect l="l" t="t" r="r" b="b"/>
                <a:pathLst>
                  <a:path h="24129">
                    <a:moveTo>
                      <a:pt x="-6350" y="11988"/>
                    </a:moveTo>
                    <a:lnTo>
                      <a:pt x="6350" y="11988"/>
                    </a:lnTo>
                  </a:path>
                </a:pathLst>
              </a:custGeom>
              <a:ln w="23977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23" name="object 12">
                <a:extLst>
                  <a:ext uri="{FF2B5EF4-FFF2-40B4-BE49-F238E27FC236}">
                    <a16:creationId xmlns:a16="http://schemas.microsoft.com/office/drawing/2014/main" id="{AFEA4E8C-A73B-4B98-89A1-EAF4294C1846}"/>
                  </a:ext>
                </a:extLst>
              </p:cNvPr>
              <p:cNvSpPr/>
              <p:nvPr/>
            </p:nvSpPr>
            <p:spPr>
              <a:xfrm>
                <a:off x="8566326" y="6060876"/>
                <a:ext cx="81915" cy="252729"/>
              </a:xfrm>
              <a:custGeom>
                <a:avLst/>
                <a:gdLst/>
                <a:ahLst/>
                <a:cxnLst/>
                <a:rect l="l" t="t" r="r" b="b"/>
                <a:pathLst>
                  <a:path w="81915" h="252729">
                    <a:moveTo>
                      <a:pt x="0" y="210934"/>
                    </a:moveTo>
                    <a:lnTo>
                      <a:pt x="40944" y="252349"/>
                    </a:lnTo>
                    <a:lnTo>
                      <a:pt x="81902" y="210934"/>
                    </a:lnTo>
                    <a:lnTo>
                      <a:pt x="81902" y="0"/>
                    </a:lnTo>
                    <a:lnTo>
                      <a:pt x="0" y="0"/>
                    </a:lnTo>
                    <a:lnTo>
                      <a:pt x="0" y="210934"/>
                    </a:lnTo>
                    <a:close/>
                  </a:path>
                </a:pathLst>
              </a:custGeom>
              <a:ln w="12699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24" name="object 13">
                <a:extLst>
                  <a:ext uri="{FF2B5EF4-FFF2-40B4-BE49-F238E27FC236}">
                    <a16:creationId xmlns:a16="http://schemas.microsoft.com/office/drawing/2014/main" id="{78A5A3FB-8087-487D-9398-35C5FF40E32B}"/>
                  </a:ext>
                </a:extLst>
              </p:cNvPr>
              <p:cNvSpPr/>
              <p:nvPr/>
            </p:nvSpPr>
            <p:spPr>
              <a:xfrm>
                <a:off x="8483920" y="6167417"/>
                <a:ext cx="247015" cy="60960"/>
              </a:xfrm>
              <a:custGeom>
                <a:avLst/>
                <a:gdLst/>
                <a:ahLst/>
                <a:cxnLst/>
                <a:rect l="l" t="t" r="r" b="b"/>
                <a:pathLst>
                  <a:path w="247015" h="60960">
                    <a:moveTo>
                      <a:pt x="0" y="60515"/>
                    </a:moveTo>
                    <a:lnTo>
                      <a:pt x="246710" y="60515"/>
                    </a:lnTo>
                    <a:lnTo>
                      <a:pt x="164299" y="0"/>
                    </a:lnTo>
                    <a:lnTo>
                      <a:pt x="82410" y="0"/>
                    </a:lnTo>
                    <a:lnTo>
                      <a:pt x="0" y="60515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25" name="object 14">
                <a:extLst>
                  <a:ext uri="{FF2B5EF4-FFF2-40B4-BE49-F238E27FC236}">
                    <a16:creationId xmlns:a16="http://schemas.microsoft.com/office/drawing/2014/main" id="{0D519A87-7F83-4312-BBB4-081B12359505}"/>
                  </a:ext>
                </a:extLst>
              </p:cNvPr>
              <p:cNvSpPr/>
              <p:nvPr/>
            </p:nvSpPr>
            <p:spPr>
              <a:xfrm>
                <a:off x="8483920" y="6060874"/>
                <a:ext cx="247015" cy="60960"/>
              </a:xfrm>
              <a:custGeom>
                <a:avLst/>
                <a:gdLst/>
                <a:ahLst/>
                <a:cxnLst/>
                <a:rect l="l" t="t" r="r" b="b"/>
                <a:pathLst>
                  <a:path w="247015" h="60960">
                    <a:moveTo>
                      <a:pt x="0" y="60515"/>
                    </a:moveTo>
                    <a:lnTo>
                      <a:pt x="246710" y="60515"/>
                    </a:lnTo>
                    <a:lnTo>
                      <a:pt x="164299" y="0"/>
                    </a:lnTo>
                    <a:lnTo>
                      <a:pt x="82410" y="0"/>
                    </a:lnTo>
                    <a:lnTo>
                      <a:pt x="0" y="60515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26" name="object 15">
                <a:extLst>
                  <a:ext uri="{FF2B5EF4-FFF2-40B4-BE49-F238E27FC236}">
                    <a16:creationId xmlns:a16="http://schemas.microsoft.com/office/drawing/2014/main" id="{62CFFCB4-828A-4272-8AE6-77DE4A2FB789}"/>
                  </a:ext>
                </a:extLst>
              </p:cNvPr>
              <p:cNvSpPr/>
              <p:nvPr/>
            </p:nvSpPr>
            <p:spPr>
              <a:xfrm>
                <a:off x="8607279" y="6271811"/>
                <a:ext cx="91440" cy="92710"/>
              </a:xfrm>
              <a:custGeom>
                <a:avLst/>
                <a:gdLst/>
                <a:ahLst/>
                <a:cxnLst/>
                <a:rect l="l" t="t" r="r" b="b"/>
                <a:pathLst>
                  <a:path w="91440" h="92710">
                    <a:moveTo>
                      <a:pt x="40944" y="0"/>
                    </a:moveTo>
                    <a:lnTo>
                      <a:pt x="90995" y="92151"/>
                    </a:lnTo>
                    <a:lnTo>
                      <a:pt x="0" y="4141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27" name="object 16">
                <a:extLst>
                  <a:ext uri="{FF2B5EF4-FFF2-40B4-BE49-F238E27FC236}">
                    <a16:creationId xmlns:a16="http://schemas.microsoft.com/office/drawing/2014/main" id="{11EC5170-574E-4406-A833-60FDEC62B199}"/>
                  </a:ext>
                </a:extLst>
              </p:cNvPr>
              <p:cNvSpPr/>
              <p:nvPr/>
            </p:nvSpPr>
            <p:spPr>
              <a:xfrm>
                <a:off x="8516275" y="6271811"/>
                <a:ext cx="91440" cy="92710"/>
              </a:xfrm>
              <a:custGeom>
                <a:avLst/>
                <a:gdLst/>
                <a:ahLst/>
                <a:cxnLst/>
                <a:rect l="l" t="t" r="r" b="b"/>
                <a:pathLst>
                  <a:path w="91440" h="92710">
                    <a:moveTo>
                      <a:pt x="50050" y="0"/>
                    </a:moveTo>
                    <a:lnTo>
                      <a:pt x="0" y="92151"/>
                    </a:lnTo>
                    <a:lnTo>
                      <a:pt x="90995" y="41414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28" name="object 17">
                <a:extLst>
                  <a:ext uri="{FF2B5EF4-FFF2-40B4-BE49-F238E27FC236}">
                    <a16:creationId xmlns:a16="http://schemas.microsoft.com/office/drawing/2014/main" id="{2BDD3AC4-49B0-4CC0-B845-19D43DDC8249}"/>
                  </a:ext>
                </a:extLst>
              </p:cNvPr>
              <p:cNvSpPr/>
              <p:nvPr/>
            </p:nvSpPr>
            <p:spPr>
              <a:xfrm>
                <a:off x="8164555" y="6184883"/>
                <a:ext cx="254000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30479">
                    <a:moveTo>
                      <a:pt x="104901" y="0"/>
                    </a:moveTo>
                    <a:lnTo>
                      <a:pt x="149136" y="0"/>
                    </a:lnTo>
                    <a:lnTo>
                      <a:pt x="253847" y="30187"/>
                    </a:lnTo>
                    <a:lnTo>
                      <a:pt x="153835" y="30187"/>
                    </a:lnTo>
                    <a:lnTo>
                      <a:pt x="0" y="30187"/>
                    </a:lnTo>
                    <a:lnTo>
                      <a:pt x="104901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29" name="object 18">
                <a:extLst>
                  <a:ext uri="{FF2B5EF4-FFF2-40B4-BE49-F238E27FC236}">
                    <a16:creationId xmlns:a16="http://schemas.microsoft.com/office/drawing/2014/main" id="{B0C46CB8-ED13-4C7A-99A8-32ED628365A7}"/>
                  </a:ext>
                </a:extLst>
              </p:cNvPr>
              <p:cNvSpPr/>
              <p:nvPr/>
            </p:nvSpPr>
            <p:spPr>
              <a:xfrm>
                <a:off x="8220333" y="6111744"/>
                <a:ext cx="1428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8575">
                    <a:moveTo>
                      <a:pt x="60299" y="0"/>
                    </a:moveTo>
                    <a:lnTo>
                      <a:pt x="82232" y="0"/>
                    </a:lnTo>
                    <a:lnTo>
                      <a:pt x="142328" y="28384"/>
                    </a:lnTo>
                    <a:lnTo>
                      <a:pt x="0" y="28384"/>
                    </a:lnTo>
                    <a:lnTo>
                      <a:pt x="60299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30" name="object 19">
                <a:extLst>
                  <a:ext uri="{FF2B5EF4-FFF2-40B4-BE49-F238E27FC236}">
                    <a16:creationId xmlns:a16="http://schemas.microsoft.com/office/drawing/2014/main" id="{05878A16-BCE1-45FC-BD9D-86B3B1A46502}"/>
                  </a:ext>
                </a:extLst>
              </p:cNvPr>
              <p:cNvSpPr/>
              <p:nvPr/>
            </p:nvSpPr>
            <p:spPr>
              <a:xfrm>
                <a:off x="8246643" y="6040373"/>
                <a:ext cx="90170" cy="322580"/>
              </a:xfrm>
              <a:custGeom>
                <a:avLst/>
                <a:gdLst/>
                <a:ahLst/>
                <a:cxnLst/>
                <a:rect l="l" t="t" r="r" b="b"/>
                <a:pathLst>
                  <a:path w="90170" h="322579">
                    <a:moveTo>
                      <a:pt x="69138" y="174269"/>
                    </a:moveTo>
                    <a:lnTo>
                      <a:pt x="0" y="322478"/>
                    </a:lnTo>
                    <a:lnTo>
                      <a:pt x="44996" y="0"/>
                    </a:lnTo>
                    <a:lnTo>
                      <a:pt x="89674" y="322478"/>
                    </a:lnTo>
                    <a:lnTo>
                      <a:pt x="20612" y="174701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31" name="object 20">
                <a:extLst>
                  <a:ext uri="{FF2B5EF4-FFF2-40B4-BE49-F238E27FC236}">
                    <a16:creationId xmlns:a16="http://schemas.microsoft.com/office/drawing/2014/main" id="{92443165-F665-42B8-A609-DC415A0D67AB}"/>
                  </a:ext>
                </a:extLst>
              </p:cNvPr>
              <p:cNvSpPr/>
              <p:nvPr/>
            </p:nvSpPr>
            <p:spPr>
              <a:xfrm>
                <a:off x="8497296" y="6364602"/>
                <a:ext cx="52959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529590" h="111125">
                    <a:moveTo>
                      <a:pt x="201396" y="76"/>
                    </a:moveTo>
                    <a:lnTo>
                      <a:pt x="473849" y="0"/>
                    </a:lnTo>
                    <a:lnTo>
                      <a:pt x="512968" y="16202"/>
                    </a:lnTo>
                    <a:lnTo>
                      <a:pt x="529170" y="55321"/>
                    </a:lnTo>
                    <a:lnTo>
                      <a:pt x="524823" y="76856"/>
                    </a:lnTo>
                    <a:lnTo>
                      <a:pt x="512968" y="94440"/>
                    </a:lnTo>
                    <a:lnTo>
                      <a:pt x="495384" y="106295"/>
                    </a:lnTo>
                    <a:lnTo>
                      <a:pt x="473849" y="110642"/>
                    </a:lnTo>
                    <a:lnTo>
                      <a:pt x="0" y="110642"/>
                    </a:lnTo>
                  </a:path>
                </a:pathLst>
              </a:custGeom>
              <a:ln w="12699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32" name="object 21">
                <a:extLst>
                  <a:ext uri="{FF2B5EF4-FFF2-40B4-BE49-F238E27FC236}">
                    <a16:creationId xmlns:a16="http://schemas.microsoft.com/office/drawing/2014/main" id="{8402BACF-3A19-4D5E-BF86-D89CDD8BB815}"/>
                  </a:ext>
                </a:extLst>
              </p:cNvPr>
              <p:cNvSpPr/>
              <p:nvPr/>
            </p:nvSpPr>
            <p:spPr>
              <a:xfrm>
                <a:off x="8446492" y="6449843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0"/>
                    </a:moveTo>
                    <a:lnTo>
                      <a:pt x="15510" y="1995"/>
                    </a:lnTo>
                    <a:lnTo>
                      <a:pt x="7437" y="7437"/>
                    </a:lnTo>
                    <a:lnTo>
                      <a:pt x="1995" y="15510"/>
                    </a:lnTo>
                    <a:lnTo>
                      <a:pt x="0" y="25400"/>
                    </a:lnTo>
                    <a:lnTo>
                      <a:pt x="1995" y="35289"/>
                    </a:lnTo>
                    <a:lnTo>
                      <a:pt x="7437" y="43362"/>
                    </a:lnTo>
                    <a:lnTo>
                      <a:pt x="15510" y="48804"/>
                    </a:lnTo>
                    <a:lnTo>
                      <a:pt x="25400" y="50800"/>
                    </a:lnTo>
                    <a:lnTo>
                      <a:pt x="35289" y="48804"/>
                    </a:lnTo>
                    <a:lnTo>
                      <a:pt x="43362" y="43362"/>
                    </a:lnTo>
                    <a:lnTo>
                      <a:pt x="48804" y="35289"/>
                    </a:lnTo>
                    <a:lnTo>
                      <a:pt x="50800" y="25400"/>
                    </a:lnTo>
                    <a:lnTo>
                      <a:pt x="48804" y="15510"/>
                    </a:lnTo>
                    <a:lnTo>
                      <a:pt x="43362" y="7437"/>
                    </a:lnTo>
                    <a:lnTo>
                      <a:pt x="35289" y="1995"/>
                    </a:lnTo>
                    <a:lnTo>
                      <a:pt x="25400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DDE169C-4BAF-4DDF-8003-E1ECA71061E3}"/>
                </a:ext>
              </a:extLst>
            </p:cNvPr>
            <p:cNvGrpSpPr/>
            <p:nvPr userDrawn="1"/>
          </p:nvGrpSpPr>
          <p:grpSpPr>
            <a:xfrm>
              <a:off x="7807856" y="6136761"/>
              <a:ext cx="194402" cy="233814"/>
              <a:chOff x="6199448" y="5757477"/>
              <a:chExt cx="445167" cy="535418"/>
            </a:xfrm>
          </p:grpSpPr>
          <p:sp>
            <p:nvSpPr>
              <p:cNvPr id="11" name="object 9">
                <a:extLst>
                  <a:ext uri="{FF2B5EF4-FFF2-40B4-BE49-F238E27FC236}">
                    <a16:creationId xmlns:a16="http://schemas.microsoft.com/office/drawing/2014/main" id="{8732FF24-0EB7-40A1-9459-618A674340A2}"/>
                  </a:ext>
                </a:extLst>
              </p:cNvPr>
              <p:cNvSpPr/>
              <p:nvPr userDrawn="1"/>
            </p:nvSpPr>
            <p:spPr>
              <a:xfrm>
                <a:off x="6302730" y="6005107"/>
                <a:ext cx="59055" cy="54610"/>
              </a:xfrm>
              <a:custGeom>
                <a:avLst/>
                <a:gdLst/>
                <a:ahLst/>
                <a:cxnLst/>
                <a:rect l="l" t="t" r="r" b="b"/>
                <a:pathLst>
                  <a:path w="59054" h="54610">
                    <a:moveTo>
                      <a:pt x="58623" y="0"/>
                    </a:moveTo>
                    <a:lnTo>
                      <a:pt x="0" y="54051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C4BB0247-3C92-4B8B-9F59-DDB79DC37290}"/>
                  </a:ext>
                </a:extLst>
              </p:cNvPr>
              <p:cNvSpPr/>
              <p:nvPr userDrawn="1"/>
            </p:nvSpPr>
            <p:spPr>
              <a:xfrm>
                <a:off x="6571235" y="6064810"/>
                <a:ext cx="40005" cy="34290"/>
              </a:xfrm>
              <a:custGeom>
                <a:avLst/>
                <a:gdLst/>
                <a:ahLst/>
                <a:cxnLst/>
                <a:rect l="l" t="t" r="r" b="b"/>
                <a:pathLst>
                  <a:path w="40004" h="34289">
                    <a:moveTo>
                      <a:pt x="39458" y="0"/>
                    </a:moveTo>
                    <a:lnTo>
                      <a:pt x="0" y="33693"/>
                    </a:lnTo>
                  </a:path>
                </a:pathLst>
              </a:custGeom>
              <a:ln w="12699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13" name="object 11">
                <a:extLst>
                  <a:ext uri="{FF2B5EF4-FFF2-40B4-BE49-F238E27FC236}">
                    <a16:creationId xmlns:a16="http://schemas.microsoft.com/office/drawing/2014/main" id="{D0733CF6-0055-45EA-BEED-E72B45A68403}"/>
                  </a:ext>
                </a:extLst>
              </p:cNvPr>
              <p:cNvSpPr/>
              <p:nvPr userDrawn="1"/>
            </p:nvSpPr>
            <p:spPr>
              <a:xfrm>
                <a:off x="6199448" y="5757477"/>
                <a:ext cx="238760" cy="361315"/>
              </a:xfrm>
              <a:custGeom>
                <a:avLst/>
                <a:gdLst/>
                <a:ahLst/>
                <a:cxnLst/>
                <a:rect l="l" t="t" r="r" b="b"/>
                <a:pathLst>
                  <a:path w="238760" h="361314">
                    <a:moveTo>
                      <a:pt x="152401" y="0"/>
                    </a:moveTo>
                    <a:lnTo>
                      <a:pt x="206338" y="59621"/>
                    </a:lnTo>
                    <a:lnTo>
                      <a:pt x="232472" y="101546"/>
                    </a:lnTo>
                    <a:lnTo>
                      <a:pt x="238141" y="145618"/>
                    </a:lnTo>
                    <a:lnTo>
                      <a:pt x="230684" y="211683"/>
                    </a:lnTo>
                    <a:lnTo>
                      <a:pt x="202566" y="282121"/>
                    </a:lnTo>
                    <a:lnTo>
                      <a:pt x="155738" y="328306"/>
                    </a:lnTo>
                    <a:lnTo>
                      <a:pt x="111801" y="353570"/>
                    </a:lnTo>
                    <a:lnTo>
                      <a:pt x="92356" y="361251"/>
                    </a:lnTo>
                    <a:lnTo>
                      <a:pt x="35759" y="331100"/>
                    </a:lnTo>
                    <a:lnTo>
                      <a:pt x="7724" y="306879"/>
                    </a:lnTo>
                    <a:lnTo>
                      <a:pt x="0" y="275833"/>
                    </a:lnTo>
                    <a:lnTo>
                      <a:pt x="4332" y="225209"/>
                    </a:lnTo>
                    <a:lnTo>
                      <a:pt x="18791" y="180068"/>
                    </a:lnTo>
                    <a:lnTo>
                      <a:pt x="47033" y="134047"/>
                    </a:lnTo>
                    <a:lnTo>
                      <a:pt x="81786" y="90087"/>
                    </a:lnTo>
                    <a:lnTo>
                      <a:pt x="115780" y="51131"/>
                    </a:lnTo>
                    <a:lnTo>
                      <a:pt x="141742" y="20121"/>
                    </a:lnTo>
                    <a:lnTo>
                      <a:pt x="152401" y="0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14" name="object 12">
                <a:extLst>
                  <a:ext uri="{FF2B5EF4-FFF2-40B4-BE49-F238E27FC236}">
                    <a16:creationId xmlns:a16="http://schemas.microsoft.com/office/drawing/2014/main" id="{58C2ADE5-397D-44B8-9D74-AD3C6B4F7B9E}"/>
                  </a:ext>
                </a:extLst>
              </p:cNvPr>
              <p:cNvSpPr/>
              <p:nvPr userDrawn="1"/>
            </p:nvSpPr>
            <p:spPr>
              <a:xfrm>
                <a:off x="6291800" y="5958885"/>
                <a:ext cx="29845" cy="334010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334010">
                    <a:moveTo>
                      <a:pt x="0" y="333590"/>
                    </a:moveTo>
                    <a:lnTo>
                      <a:pt x="0" y="159842"/>
                    </a:lnTo>
                    <a:lnTo>
                      <a:pt x="29337" y="0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15" name="object 13">
                <a:extLst>
                  <a:ext uri="{FF2B5EF4-FFF2-40B4-BE49-F238E27FC236}">
                    <a16:creationId xmlns:a16="http://schemas.microsoft.com/office/drawing/2014/main" id="{36B4823D-99A9-4866-BC97-6CA5670CD5AC}"/>
                  </a:ext>
                </a:extLst>
              </p:cNvPr>
              <p:cNvSpPr/>
              <p:nvPr userDrawn="1"/>
            </p:nvSpPr>
            <p:spPr>
              <a:xfrm>
                <a:off x="6509995" y="5895716"/>
                <a:ext cx="134620" cy="271780"/>
              </a:xfrm>
              <a:custGeom>
                <a:avLst/>
                <a:gdLst/>
                <a:ahLst/>
                <a:cxnLst/>
                <a:rect l="l" t="t" r="r" b="b"/>
                <a:pathLst>
                  <a:path w="134620" h="271779">
                    <a:moveTo>
                      <a:pt x="49169" y="271462"/>
                    </a:moveTo>
                    <a:lnTo>
                      <a:pt x="98809" y="244084"/>
                    </a:lnTo>
                    <a:lnTo>
                      <a:pt x="124248" y="222365"/>
                    </a:lnTo>
                    <a:lnTo>
                      <a:pt x="133490" y="194972"/>
                    </a:lnTo>
                    <a:lnTo>
                      <a:pt x="134539" y="150571"/>
                    </a:lnTo>
                    <a:lnTo>
                      <a:pt x="129037" y="97915"/>
                    </a:lnTo>
                    <a:lnTo>
                      <a:pt x="116451" y="54292"/>
                    </a:lnTo>
                    <a:lnTo>
                      <a:pt x="101517" y="21165"/>
                    </a:lnTo>
                    <a:lnTo>
                      <a:pt x="88971" y="0"/>
                    </a:lnTo>
                    <a:lnTo>
                      <a:pt x="67453" y="33982"/>
                    </a:lnTo>
                    <a:lnTo>
                      <a:pt x="53324" y="55833"/>
                    </a:lnTo>
                    <a:lnTo>
                      <a:pt x="40320" y="75025"/>
                    </a:lnTo>
                    <a:lnTo>
                      <a:pt x="22182" y="101028"/>
                    </a:lnTo>
                    <a:lnTo>
                      <a:pt x="3912" y="139522"/>
                    </a:lnTo>
                    <a:lnTo>
                      <a:pt x="0" y="183183"/>
                    </a:lnTo>
                    <a:lnTo>
                      <a:pt x="13925" y="228374"/>
                    </a:lnTo>
                    <a:lnTo>
                      <a:pt x="49169" y="271462"/>
                    </a:lnTo>
                    <a:close/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F62B0879-EED9-4459-ABB4-0F75ADE95901}"/>
                  </a:ext>
                </a:extLst>
              </p:cNvPr>
              <p:cNvSpPr/>
              <p:nvPr userDrawn="1"/>
            </p:nvSpPr>
            <p:spPr>
              <a:xfrm>
                <a:off x="6559165" y="6040621"/>
                <a:ext cx="22860" cy="252095"/>
              </a:xfrm>
              <a:custGeom>
                <a:avLst/>
                <a:gdLst/>
                <a:ahLst/>
                <a:cxnLst/>
                <a:rect l="l" t="t" r="r" b="b"/>
                <a:pathLst>
                  <a:path w="22859" h="252095">
                    <a:moveTo>
                      <a:pt x="22250" y="0"/>
                    </a:moveTo>
                    <a:lnTo>
                      <a:pt x="0" y="126555"/>
                    </a:lnTo>
                    <a:lnTo>
                      <a:pt x="0" y="251853"/>
                    </a:lnTo>
                  </a:path>
                </a:pathLst>
              </a:custGeom>
              <a:ln w="12700">
                <a:solidFill>
                  <a:schemeClr val="bg2"/>
                </a:solidFill>
              </a:ln>
            </p:spPr>
            <p:txBody>
              <a:bodyPr wrap="square" lIns="0" tIns="0" rIns="0" bIns="0" rtlCol="0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3343526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3872-3B6C-E093-49B8-D99AADEDA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FAD6B1-3740-13F9-2C62-AF65C91AA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CEC69-C91A-967A-DF8C-8786CC0B4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12BB3-E91B-4C95-8B10-B211828F2C50}" type="datetimeFigureOut">
              <a:rPr lang="en-BE" smtClean="0"/>
              <a:t>12/3/25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F9884-372A-80A9-D51C-367BBD3A8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EFAC2-C806-6DBE-20BB-90598D80F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1676-44F1-4A35-B1E9-21F4E7270016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0657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tags" Target="../tags/tag5.xml"/><Relationship Id="rId18" Type="http://schemas.openxmlformats.org/officeDocument/2006/relationships/tags" Target="../tags/tag10.xml"/><Relationship Id="rId26" Type="http://schemas.openxmlformats.org/officeDocument/2006/relationships/tags" Target="../tags/tag18.xml"/><Relationship Id="rId39" Type="http://schemas.openxmlformats.org/officeDocument/2006/relationships/tags" Target="../tags/tag31.xml"/><Relationship Id="rId21" Type="http://schemas.openxmlformats.org/officeDocument/2006/relationships/tags" Target="../tags/tag13.xml"/><Relationship Id="rId34" Type="http://schemas.openxmlformats.org/officeDocument/2006/relationships/tags" Target="../tags/tag26.xml"/><Relationship Id="rId42" Type="http://schemas.openxmlformats.org/officeDocument/2006/relationships/image" Target="../media/image3.emf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6" Type="http://schemas.openxmlformats.org/officeDocument/2006/relationships/tags" Target="../tags/tag8.xml"/><Relationship Id="rId20" Type="http://schemas.openxmlformats.org/officeDocument/2006/relationships/tags" Target="../tags/tag12.xml"/><Relationship Id="rId29" Type="http://schemas.openxmlformats.org/officeDocument/2006/relationships/tags" Target="../tags/tag21.xml"/><Relationship Id="rId41" Type="http://schemas.openxmlformats.org/officeDocument/2006/relationships/oleObject" Target="../embeddings/oleObject1.bin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tags" Target="../tags/tag3.xml"/><Relationship Id="rId24" Type="http://schemas.openxmlformats.org/officeDocument/2006/relationships/tags" Target="../tags/tag16.xml"/><Relationship Id="rId32" Type="http://schemas.openxmlformats.org/officeDocument/2006/relationships/tags" Target="../tags/tag24.xml"/><Relationship Id="rId37" Type="http://schemas.openxmlformats.org/officeDocument/2006/relationships/tags" Target="../tags/tag29.xml"/><Relationship Id="rId40" Type="http://schemas.openxmlformats.org/officeDocument/2006/relationships/tags" Target="../tags/tag32.xml"/><Relationship Id="rId5" Type="http://schemas.openxmlformats.org/officeDocument/2006/relationships/slideLayout" Target="../slideLayouts/slideLayout36.xml"/><Relationship Id="rId15" Type="http://schemas.openxmlformats.org/officeDocument/2006/relationships/tags" Target="../tags/tag7.xml"/><Relationship Id="rId23" Type="http://schemas.openxmlformats.org/officeDocument/2006/relationships/tags" Target="../tags/tag15.xml"/><Relationship Id="rId28" Type="http://schemas.openxmlformats.org/officeDocument/2006/relationships/tags" Target="../tags/tag20.xml"/><Relationship Id="rId36" Type="http://schemas.openxmlformats.org/officeDocument/2006/relationships/tags" Target="../tags/tag28.xml"/><Relationship Id="rId10" Type="http://schemas.openxmlformats.org/officeDocument/2006/relationships/tags" Target="../tags/tag2.xml"/><Relationship Id="rId19" Type="http://schemas.openxmlformats.org/officeDocument/2006/relationships/tags" Target="../tags/tag11.xml"/><Relationship Id="rId31" Type="http://schemas.openxmlformats.org/officeDocument/2006/relationships/tags" Target="../tags/tag23.xml"/><Relationship Id="rId4" Type="http://schemas.openxmlformats.org/officeDocument/2006/relationships/slideLayout" Target="../slideLayouts/slideLayout35.xml"/><Relationship Id="rId9" Type="http://schemas.openxmlformats.org/officeDocument/2006/relationships/tags" Target="../tags/tag1.xml"/><Relationship Id="rId14" Type="http://schemas.openxmlformats.org/officeDocument/2006/relationships/tags" Target="../tags/tag6.xml"/><Relationship Id="rId22" Type="http://schemas.openxmlformats.org/officeDocument/2006/relationships/tags" Target="../tags/tag14.xml"/><Relationship Id="rId27" Type="http://schemas.openxmlformats.org/officeDocument/2006/relationships/tags" Target="../tags/tag19.xml"/><Relationship Id="rId30" Type="http://schemas.openxmlformats.org/officeDocument/2006/relationships/tags" Target="../tags/tag22.xml"/><Relationship Id="rId35" Type="http://schemas.openxmlformats.org/officeDocument/2006/relationships/tags" Target="../tags/tag27.xml"/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34.xml"/><Relationship Id="rId12" Type="http://schemas.openxmlformats.org/officeDocument/2006/relationships/tags" Target="../tags/tag4.xml"/><Relationship Id="rId17" Type="http://schemas.openxmlformats.org/officeDocument/2006/relationships/tags" Target="../tags/tag9.xml"/><Relationship Id="rId25" Type="http://schemas.openxmlformats.org/officeDocument/2006/relationships/tags" Target="../tags/tag17.xml"/><Relationship Id="rId33" Type="http://schemas.openxmlformats.org/officeDocument/2006/relationships/tags" Target="../tags/tag25.xml"/><Relationship Id="rId38" Type="http://schemas.openxmlformats.org/officeDocument/2006/relationships/tags" Target="../tags/tag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41.xml"/><Relationship Id="rId21" Type="http://schemas.openxmlformats.org/officeDocument/2006/relationships/tags" Target="../tags/tag73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24" Type="http://schemas.openxmlformats.org/officeDocument/2006/relationships/image" Target="../media/image10.png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image" Target="../media/image9.emf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oleObject" Target="../embeddings/oleObject9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9F4C2-4F4A-DDA5-DC0B-15C4E4AD8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91CBB-E377-0733-18FC-13D130708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B0968-3AB4-F1AD-D5DA-798A218FB3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7F835A-5DDA-494D-B06F-98E512AF086D}" type="datetimeFigureOut">
              <a:rPr lang="en-BE" smtClean="0"/>
              <a:t>12/3/25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D5579-43DF-C589-462A-D907D9830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FF3D3-D0DB-A231-3E1C-177039B0E7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1844E4-EA22-40B0-B94F-9E5C84D063FC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29747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780" r:id="rId13"/>
    <p:sldLayoutId id="2147483730" r:id="rId14"/>
    <p:sldLayoutId id="2147483732" r:id="rId15"/>
    <p:sldLayoutId id="2147483733" r:id="rId16"/>
    <p:sldLayoutId id="2147483734" r:id="rId17"/>
    <p:sldLayoutId id="2147483735" r:id="rId18"/>
    <p:sldLayoutId id="2147483736" r:id="rId19"/>
    <p:sldLayoutId id="2147483737" r:id="rId20"/>
    <p:sldLayoutId id="2147483738" r:id="rId21"/>
    <p:sldLayoutId id="2147483740" r:id="rId22"/>
    <p:sldLayoutId id="2147483741" r:id="rId23"/>
    <p:sldLayoutId id="2147483744" r:id="rId24"/>
    <p:sldLayoutId id="2147483745" r:id="rId25"/>
    <p:sldLayoutId id="2147483746" r:id="rId26"/>
    <p:sldLayoutId id="2147483748" r:id="rId27"/>
    <p:sldLayoutId id="2147483752" r:id="rId28"/>
    <p:sldLayoutId id="2147483753" r:id="rId29"/>
    <p:sldLayoutId id="2147483754" r:id="rId30"/>
    <p:sldLayoutId id="2147483755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4513710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1" imgW="413" imgH="416" progId="TCLayout.ActiveDocument.1">
                  <p:embed/>
                </p:oleObj>
              </mc:Choice>
              <mc:Fallback>
                <p:oleObj name="think-cell Slide" r:id="rId4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1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/>
        </p:nvGrpSpPr>
        <p:grpSpPr bwMode="gray">
          <a:xfrm>
            <a:off x="1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n-US" sz="180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gray">
          <a:xfrm>
            <a:off x="553973" y="6278402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sz="800"/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 bwMode="gray">
          <a:xfrm>
            <a:off x="554736" y="164711"/>
            <a:ext cx="9173594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 bwMode="gray">
          <a:xfrm>
            <a:off x="554737" y="1415203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sz="800"/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>
            <a:spLocks/>
          </p:cNvSpPr>
          <p:nvPr userDrawn="1">
            <p:custDataLst>
              <p:tags r:id="rId13"/>
            </p:custDataLst>
          </p:nvPr>
        </p:nvSpPr>
        <p:spPr bwMode="gray">
          <a:xfrm>
            <a:off x="5311882" y="1709930"/>
            <a:ext cx="3465735" cy="46166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1600"/>
              <a:t>Above Chart Exhibit Title</a:t>
            </a:r>
            <a:br>
              <a:rPr lang="pl-PL" sz="1600"/>
            </a:br>
            <a:r>
              <a:rPr lang="en-US" sz="1400" b="0"/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554737" y="1709931"/>
            <a:ext cx="3465735" cy="13849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70" name="LegendLines" hidden="1">
            <a:extLst>
              <a:ext uri="{FF2B5EF4-FFF2-40B4-BE49-F238E27FC236}">
                <a16:creationId xmlns:a16="http://schemas.microsoft.com/office/drawing/2014/main" id="{540280C6-C451-4888-9CB4-D4B4A39F40D5}"/>
              </a:ext>
            </a:extLst>
          </p:cNvPr>
          <p:cNvGrpSpPr/>
          <p:nvPr userDrawn="1"/>
        </p:nvGrpSpPr>
        <p:grpSpPr bwMode="gray">
          <a:xfrm>
            <a:off x="10459719" y="3150225"/>
            <a:ext cx="1177549" cy="958286"/>
            <a:chOff x="10305290" y="3243773"/>
            <a:chExt cx="1177549" cy="958286"/>
          </a:xfrm>
        </p:grpSpPr>
        <p:sp>
          <p:nvSpPr>
            <p:cNvPr id="171" name="Legend1">
              <a:extLst>
                <a:ext uri="{FF2B5EF4-FFF2-40B4-BE49-F238E27FC236}">
                  <a16:creationId xmlns:a16="http://schemas.microsoft.com/office/drawing/2014/main" id="{EC69AB12-539C-4570-8AC1-367A9293894C}"/>
                </a:ext>
              </a:extLst>
            </p:cNvPr>
            <p:cNvSpPr txBox="1"/>
            <p:nvPr/>
          </p:nvSpPr>
          <p:spPr bwMode="gray">
            <a:xfrm>
              <a:off x="10886522" y="324377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2" name="Legend2">
              <a:extLst>
                <a:ext uri="{FF2B5EF4-FFF2-40B4-BE49-F238E27FC236}">
                  <a16:creationId xmlns:a16="http://schemas.microsoft.com/office/drawing/2014/main" id="{9F4288A5-AC1E-4AF1-980A-DDBCA0024868}"/>
                </a:ext>
              </a:extLst>
            </p:cNvPr>
            <p:cNvSpPr txBox="1"/>
            <p:nvPr/>
          </p:nvSpPr>
          <p:spPr bwMode="gray">
            <a:xfrm>
              <a:off x="10886522" y="361519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3" name="Legend3">
              <a:extLst>
                <a:ext uri="{FF2B5EF4-FFF2-40B4-BE49-F238E27FC236}">
                  <a16:creationId xmlns:a16="http://schemas.microsoft.com/office/drawing/2014/main" id="{83028486-26E7-4152-96BC-3D559CFA7AC7}"/>
                </a:ext>
              </a:extLst>
            </p:cNvPr>
            <p:cNvSpPr txBox="1"/>
            <p:nvPr/>
          </p:nvSpPr>
          <p:spPr bwMode="gray">
            <a:xfrm>
              <a:off x="10886522" y="398661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4" name="LineLegend3">
              <a:extLst>
                <a:ext uri="{FF2B5EF4-FFF2-40B4-BE49-F238E27FC236}">
                  <a16:creationId xmlns:a16="http://schemas.microsoft.com/office/drawing/2014/main" id="{4B0A0C95-3B71-4D69-B68D-2DC2F2B4AE1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305290" y="4094336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ea typeface="+mn-ea"/>
              </a:endParaRPr>
            </a:p>
          </p:txBody>
        </p:sp>
        <p:sp>
          <p:nvSpPr>
            <p:cNvPr id="175" name="LineLegend2">
              <a:extLst>
                <a:ext uri="{FF2B5EF4-FFF2-40B4-BE49-F238E27FC236}">
                  <a16:creationId xmlns:a16="http://schemas.microsoft.com/office/drawing/2014/main" id="{037BF063-AF02-4E6C-9784-B8248C75C87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305290" y="372291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ea typeface="+mn-ea"/>
              </a:endParaRPr>
            </a:p>
          </p:txBody>
        </p:sp>
        <p:sp>
          <p:nvSpPr>
            <p:cNvPr id="176" name="LineLegend1">
              <a:extLst>
                <a:ext uri="{FF2B5EF4-FFF2-40B4-BE49-F238E27FC236}">
                  <a16:creationId xmlns:a16="http://schemas.microsoft.com/office/drawing/2014/main" id="{33CB4477-1EF0-41F7-B1F3-9F1FC2C721D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305290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ea typeface="+mn-ea"/>
              </a:endParaRPr>
            </a:p>
          </p:txBody>
        </p:sp>
      </p:grpSp>
      <p:grpSp>
        <p:nvGrpSpPr>
          <p:cNvPr id="177" name="LegendMoons" hidden="1">
            <a:extLst>
              <a:ext uri="{FF2B5EF4-FFF2-40B4-BE49-F238E27FC236}">
                <a16:creationId xmlns:a16="http://schemas.microsoft.com/office/drawing/2014/main" id="{115E91CB-AFC0-448A-9AE8-0B49EA37AE1F}"/>
              </a:ext>
            </a:extLst>
          </p:cNvPr>
          <p:cNvGrpSpPr/>
          <p:nvPr userDrawn="1"/>
        </p:nvGrpSpPr>
        <p:grpSpPr bwMode="gray">
          <a:xfrm>
            <a:off x="10688319" y="1145375"/>
            <a:ext cx="948949" cy="1731859"/>
            <a:chOff x="7723680" y="1702457"/>
            <a:chExt cx="948949" cy="1731859"/>
          </a:xfrm>
        </p:grpSpPr>
        <p:sp>
          <p:nvSpPr>
            <p:cNvPr id="178" name="Legend1">
              <a:extLst>
                <a:ext uri="{FF2B5EF4-FFF2-40B4-BE49-F238E27FC236}">
                  <a16:creationId xmlns:a16="http://schemas.microsoft.com/office/drawing/2014/main" id="{A1F57362-C257-41CD-AD3C-848C5B05B752}"/>
                </a:ext>
              </a:extLst>
            </p:cNvPr>
            <p:cNvSpPr txBox="1"/>
            <p:nvPr/>
          </p:nvSpPr>
          <p:spPr bwMode="gray">
            <a:xfrm>
              <a:off x="8076312" y="1709817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6" name="Legend2">
              <a:extLst>
                <a:ext uri="{FF2B5EF4-FFF2-40B4-BE49-F238E27FC236}">
                  <a16:creationId xmlns:a16="http://schemas.microsoft.com/office/drawing/2014/main" id="{30B0C4FB-B035-44F8-82F2-5240107786AE}"/>
                </a:ext>
              </a:extLst>
            </p:cNvPr>
            <p:cNvSpPr txBox="1"/>
            <p:nvPr/>
          </p:nvSpPr>
          <p:spPr bwMode="gray">
            <a:xfrm>
              <a:off x="8076312" y="208527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8" name="Legend3">
              <a:extLst>
                <a:ext uri="{FF2B5EF4-FFF2-40B4-BE49-F238E27FC236}">
                  <a16:creationId xmlns:a16="http://schemas.microsoft.com/office/drawing/2014/main" id="{A9362816-28DF-4486-952A-2201713C55F9}"/>
                </a:ext>
              </a:extLst>
            </p:cNvPr>
            <p:cNvSpPr txBox="1"/>
            <p:nvPr/>
          </p:nvSpPr>
          <p:spPr bwMode="gray">
            <a:xfrm>
              <a:off x="8076312" y="246073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9" name="Legend4">
              <a:extLst>
                <a:ext uri="{FF2B5EF4-FFF2-40B4-BE49-F238E27FC236}">
                  <a16:creationId xmlns:a16="http://schemas.microsoft.com/office/drawing/2014/main" id="{A39702F4-EF82-4CC6-91D7-EDE42A32E872}"/>
                </a:ext>
              </a:extLst>
            </p:cNvPr>
            <p:cNvSpPr txBox="1"/>
            <p:nvPr/>
          </p:nvSpPr>
          <p:spPr bwMode="gray">
            <a:xfrm>
              <a:off x="8076312" y="283619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00" name="Legend5">
              <a:extLst>
                <a:ext uri="{FF2B5EF4-FFF2-40B4-BE49-F238E27FC236}">
                  <a16:creationId xmlns:a16="http://schemas.microsoft.com/office/drawing/2014/main" id="{0D26A259-C66D-461B-8DD3-BBFEB070E229}"/>
                </a:ext>
              </a:extLst>
            </p:cNvPr>
            <p:cNvSpPr txBox="1"/>
            <p:nvPr/>
          </p:nvSpPr>
          <p:spPr bwMode="gray">
            <a:xfrm>
              <a:off x="8076312" y="321165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01" name="MoonLegend1">
              <a:extLst>
                <a:ext uri="{FF2B5EF4-FFF2-40B4-BE49-F238E27FC236}">
                  <a16:creationId xmlns:a16="http://schemas.microsoft.com/office/drawing/2014/main" id="{E39D1D4F-6077-497E-BB58-4D696B315073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 bwMode="gray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711E12BD-5E5F-4353-B18B-716D9911E7F5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 bwMode="gray"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15" name="Arc 214">
                <a:extLst>
                  <a:ext uri="{FF2B5EF4-FFF2-40B4-BE49-F238E27FC236}">
                    <a16:creationId xmlns:a16="http://schemas.microsoft.com/office/drawing/2014/main" id="{DFD4FB00-F116-4976-8A45-C48EC7D93403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 bwMode="gray"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02" name="MoonLegend2">
              <a:extLst>
                <a:ext uri="{FF2B5EF4-FFF2-40B4-BE49-F238E27FC236}">
                  <a16:creationId xmlns:a16="http://schemas.microsoft.com/office/drawing/2014/main" id="{C35A63D3-FA80-4E39-95C3-5E902FD784BD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 bwMode="gray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D649AC0B-C584-429A-84C5-A33AB9C5FB7D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 bwMode="gray"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13" name="Arc 212">
                <a:extLst>
                  <a:ext uri="{FF2B5EF4-FFF2-40B4-BE49-F238E27FC236}">
                    <a16:creationId xmlns:a16="http://schemas.microsoft.com/office/drawing/2014/main" id="{0795F174-9B31-4A7A-B8F9-03F7B09DF6AF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 bwMode="gray"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03" name="MoonLegend3">
              <a:extLst>
                <a:ext uri="{FF2B5EF4-FFF2-40B4-BE49-F238E27FC236}">
                  <a16:creationId xmlns:a16="http://schemas.microsoft.com/office/drawing/2014/main" id="{4AA553DE-C0BE-4C52-9C9D-044AE6510DE7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 bwMode="gray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12D90873-6E15-416A-B2B0-DC0D87F80A0A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 bwMode="gray"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11" name="Arc 210">
                <a:extLst>
                  <a:ext uri="{FF2B5EF4-FFF2-40B4-BE49-F238E27FC236}">
                    <a16:creationId xmlns:a16="http://schemas.microsoft.com/office/drawing/2014/main" id="{BF1717D6-A973-47FE-8E42-9FE1E571B24A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 bwMode="gray"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04" name="MoonLegend4">
              <a:extLst>
                <a:ext uri="{FF2B5EF4-FFF2-40B4-BE49-F238E27FC236}">
                  <a16:creationId xmlns:a16="http://schemas.microsoft.com/office/drawing/2014/main" id="{1695497E-4748-414C-8A69-E5F463B24D42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 bwMode="gray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ADCF1562-7A8A-430C-8E60-50099D8063FE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 bwMode="gray"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09" name="Arc 208">
                <a:extLst>
                  <a:ext uri="{FF2B5EF4-FFF2-40B4-BE49-F238E27FC236}">
                    <a16:creationId xmlns:a16="http://schemas.microsoft.com/office/drawing/2014/main" id="{83FF15C4-8D6C-4122-BF10-FBA2018435F3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 bwMode="gray"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05" name="MoonLegend5">
              <a:extLst>
                <a:ext uri="{FF2B5EF4-FFF2-40B4-BE49-F238E27FC236}">
                  <a16:creationId xmlns:a16="http://schemas.microsoft.com/office/drawing/2014/main" id="{0E157D78-E0DB-4EC6-89EB-F28F5324A1DF}"/>
                </a:ext>
              </a:extLst>
            </p:cNvPr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 bwMode="gray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0A226891-295D-414A-A64A-9D39D716A348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 bwMode="gray"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07" name="Arc 206">
                <a:extLst>
                  <a:ext uri="{FF2B5EF4-FFF2-40B4-BE49-F238E27FC236}">
                    <a16:creationId xmlns:a16="http://schemas.microsoft.com/office/drawing/2014/main" id="{3A0954A8-C7D7-4EE5-8B1D-CC637B3B563B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 bwMode="gray"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</p:grpSp>
      <p:grpSp>
        <p:nvGrpSpPr>
          <p:cNvPr id="216" name="LegendBoxes" hidden="1">
            <a:extLst>
              <a:ext uri="{FF2B5EF4-FFF2-40B4-BE49-F238E27FC236}">
                <a16:creationId xmlns:a16="http://schemas.microsoft.com/office/drawing/2014/main" id="{2872D8E5-9655-4FAF-9B17-75D34CAF86BC}"/>
              </a:ext>
            </a:extLst>
          </p:cNvPr>
          <p:cNvGrpSpPr/>
          <p:nvPr userDrawn="1"/>
        </p:nvGrpSpPr>
        <p:grpSpPr bwMode="gray">
          <a:xfrm>
            <a:off x="10744193" y="4381501"/>
            <a:ext cx="893078" cy="1717282"/>
            <a:chOff x="10681785" y="4322825"/>
            <a:chExt cx="893078" cy="1717282"/>
          </a:xfrm>
        </p:grpSpPr>
        <p:sp>
          <p:nvSpPr>
            <p:cNvPr id="217" name="RectangleLegend1">
              <a:extLst>
                <a:ext uri="{FF2B5EF4-FFF2-40B4-BE49-F238E27FC236}">
                  <a16:creationId xmlns:a16="http://schemas.microsoft.com/office/drawing/2014/main" id="{8BA0A3E5-664B-4B66-9230-7B89348EB67B}"/>
                </a:ext>
              </a:extLst>
            </p:cNvPr>
            <p:cNvSpPr/>
            <p:nvPr/>
          </p:nvSpPr>
          <p:spPr bwMode="gray">
            <a:xfrm>
              <a:off x="10681785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18" name="RectangleLegend2">
              <a:extLst>
                <a:ext uri="{FF2B5EF4-FFF2-40B4-BE49-F238E27FC236}">
                  <a16:creationId xmlns:a16="http://schemas.microsoft.com/office/drawing/2014/main" id="{41D3759A-3D9B-45F2-8E3B-F1FB353738A8}"/>
                </a:ext>
              </a:extLst>
            </p:cNvPr>
            <p:cNvSpPr/>
            <p:nvPr/>
          </p:nvSpPr>
          <p:spPr bwMode="gray">
            <a:xfrm>
              <a:off x="10681785" y="471964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19" name="RectangleLegend3">
              <a:extLst>
                <a:ext uri="{FF2B5EF4-FFF2-40B4-BE49-F238E27FC236}">
                  <a16:creationId xmlns:a16="http://schemas.microsoft.com/office/drawing/2014/main" id="{F1906009-C7DE-4899-8CE6-3ECBCE2367A6}"/>
                </a:ext>
              </a:extLst>
            </p:cNvPr>
            <p:cNvSpPr/>
            <p:nvPr/>
          </p:nvSpPr>
          <p:spPr bwMode="gray">
            <a:xfrm>
              <a:off x="10681785" y="5095100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20" name="RectangleLegend4">
              <a:extLst>
                <a:ext uri="{FF2B5EF4-FFF2-40B4-BE49-F238E27FC236}">
                  <a16:creationId xmlns:a16="http://schemas.microsoft.com/office/drawing/2014/main" id="{5D6FF088-7B30-4016-B423-D5F0CD032DC4}"/>
                </a:ext>
              </a:extLst>
            </p:cNvPr>
            <p:cNvSpPr/>
            <p:nvPr/>
          </p:nvSpPr>
          <p:spPr bwMode="gray">
            <a:xfrm>
              <a:off x="10681785" y="5470559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21" name="RectangleLegend5">
              <a:extLst>
                <a:ext uri="{FF2B5EF4-FFF2-40B4-BE49-F238E27FC236}">
                  <a16:creationId xmlns:a16="http://schemas.microsoft.com/office/drawing/2014/main" id="{F388929E-1CC1-4EE1-8152-626B9DB79E26}"/>
                </a:ext>
              </a:extLst>
            </p:cNvPr>
            <p:cNvSpPr/>
            <p:nvPr/>
          </p:nvSpPr>
          <p:spPr bwMode="gray">
            <a:xfrm>
              <a:off x="10681785" y="5846020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22" name="Legend1">
              <a:extLst>
                <a:ext uri="{FF2B5EF4-FFF2-40B4-BE49-F238E27FC236}">
                  <a16:creationId xmlns:a16="http://schemas.microsoft.com/office/drawing/2014/main" id="{FD170F02-25FE-4A6C-9EA3-4B654AA76CC0}"/>
                </a:ext>
              </a:extLst>
            </p:cNvPr>
            <p:cNvSpPr txBox="1"/>
            <p:nvPr/>
          </p:nvSpPr>
          <p:spPr bwMode="gray">
            <a:xfrm>
              <a:off x="10978546" y="432282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23" name="Legend2">
              <a:extLst>
                <a:ext uri="{FF2B5EF4-FFF2-40B4-BE49-F238E27FC236}">
                  <a16:creationId xmlns:a16="http://schemas.microsoft.com/office/drawing/2014/main" id="{1CE5D4F6-A08E-475E-B178-8DCF72E87172}"/>
                </a:ext>
              </a:extLst>
            </p:cNvPr>
            <p:cNvSpPr txBox="1"/>
            <p:nvPr/>
          </p:nvSpPr>
          <p:spPr bwMode="gray">
            <a:xfrm>
              <a:off x="10978546" y="469828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24" name="Legend3">
              <a:extLst>
                <a:ext uri="{FF2B5EF4-FFF2-40B4-BE49-F238E27FC236}">
                  <a16:creationId xmlns:a16="http://schemas.microsoft.com/office/drawing/2014/main" id="{A61B958F-1282-4FCF-9274-858D7E63B5AC}"/>
                </a:ext>
              </a:extLst>
            </p:cNvPr>
            <p:cNvSpPr txBox="1"/>
            <p:nvPr/>
          </p:nvSpPr>
          <p:spPr bwMode="gray">
            <a:xfrm>
              <a:off x="10978546" y="507374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25" name="Legend4">
              <a:extLst>
                <a:ext uri="{FF2B5EF4-FFF2-40B4-BE49-F238E27FC236}">
                  <a16:creationId xmlns:a16="http://schemas.microsoft.com/office/drawing/2014/main" id="{538FA3FC-E4F0-40DF-974B-7F6A17CC2E0D}"/>
                </a:ext>
              </a:extLst>
            </p:cNvPr>
            <p:cNvSpPr txBox="1"/>
            <p:nvPr/>
          </p:nvSpPr>
          <p:spPr bwMode="gray">
            <a:xfrm>
              <a:off x="10978546" y="544920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26" name="Legend5">
              <a:extLst>
                <a:ext uri="{FF2B5EF4-FFF2-40B4-BE49-F238E27FC236}">
                  <a16:creationId xmlns:a16="http://schemas.microsoft.com/office/drawing/2014/main" id="{D90EE380-9E1B-4090-B6AA-1298DA5780BC}"/>
                </a:ext>
              </a:extLst>
            </p:cNvPr>
            <p:cNvSpPr txBox="1"/>
            <p:nvPr/>
          </p:nvSpPr>
          <p:spPr bwMode="gray">
            <a:xfrm>
              <a:off x="10978545" y="582466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37" name="Callout" hidden="1">
            <a:extLst>
              <a:ext uri="{FF2B5EF4-FFF2-40B4-BE49-F238E27FC236}">
                <a16:creationId xmlns:a16="http://schemas.microsoft.com/office/drawing/2014/main" id="{0D094413-FFC5-4A6F-9235-D3E2111C738E}"/>
              </a:ext>
            </a:extLst>
          </p:cNvPr>
          <p:cNvGrpSpPr/>
          <p:nvPr userDrawn="1">
            <p:custDataLst>
              <p:tags r:id="rId14"/>
            </p:custDataLst>
          </p:nvPr>
        </p:nvGrpSpPr>
        <p:grpSpPr bwMode="gray">
          <a:xfrm>
            <a:off x="1003300" y="2127068"/>
            <a:ext cx="3026228" cy="1536318"/>
            <a:chOff x="1016000" y="996765"/>
            <a:chExt cx="3026228" cy="1536318"/>
          </a:xfrm>
        </p:grpSpPr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40838591-A482-4C7D-9F35-0FF8C34F3421}"/>
                </a:ext>
              </a:extLst>
            </p:cNvPr>
            <p:cNvSpPr txBox="1"/>
            <p:nvPr/>
          </p:nvSpPr>
          <p:spPr bwMode="gray">
            <a:xfrm>
              <a:off x="1016000" y="996765"/>
              <a:ext cx="2645228" cy="1536318"/>
            </a:xfrm>
            <a:prstGeom prst="rect">
              <a:avLst/>
            </a:prstGeom>
            <a:solidFill>
              <a:srgbClr val="E6E6E6"/>
            </a:solidFill>
          </p:spPr>
          <p:txBody>
            <a:bodyPr vert="horz" wrap="square" lIns="182880" tIns="182880" rIns="182880" bIns="182880" rtlCol="0" anchor="ctr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216000" lvl="1" indent="-216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SzPct val="110000"/>
                <a:buFont typeface="Arial" panose="020B0604020202020204" pitchFamily="34" charset="0"/>
                <a:buChar char="–"/>
                <a:defRPr lang="en-US" sz="1600" dirty="0"/>
              </a:lvl2pPr>
              <a:lvl3pPr marL="432000" lvl="2" indent="-216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SzPct val="110000"/>
                <a:buFont typeface="Arial" panose="020B0604020202020204" pitchFamily="34" charset="0"/>
                <a:buChar char="–"/>
                <a:defRPr lang="en-US" sz="1600" dirty="0"/>
              </a:lvl3pPr>
              <a:lvl4pPr marL="648000" lvl="3" indent="-216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Arial" panose="020B0604020202020204" pitchFamily="34" charset="0"/>
                <a:buChar char="–"/>
                <a:defRPr lang="en-US" sz="1600" dirty="0"/>
              </a:lvl4pPr>
              <a:lvl5pPr marL="864000" lvl="4" indent="-216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SzPct val="100000"/>
                <a:buFont typeface="Arial" panose="020B0604020202020204" pitchFamily="34" charset="0"/>
                <a:buChar char="–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spcAft>
                  <a:spcPts val="400"/>
                </a:spcAft>
              </a:pPr>
              <a:r>
                <a:rPr lang="en-US" sz="1400" b="1"/>
                <a:t>Callout title</a:t>
              </a:r>
            </a:p>
            <a:p>
              <a:pPr>
                <a:spcAft>
                  <a:spcPts val="600"/>
                </a:spcAft>
              </a:pPr>
              <a:r>
                <a:rPr lang="en-US" sz="1400"/>
                <a:t>Supporting text goes here. Box will automatically adjust to content, adjust type size as needed.</a:t>
              </a:r>
            </a:p>
          </p:txBody>
        </p:sp>
        <p:cxnSp>
          <p:nvCxnSpPr>
            <p:cNvPr id="239" name="Straight Arrow Connector 238">
              <a:extLst>
                <a:ext uri="{FF2B5EF4-FFF2-40B4-BE49-F238E27FC236}">
                  <a16:creationId xmlns:a16="http://schemas.microsoft.com/office/drawing/2014/main" id="{BFEDE2A3-F606-43A8-9D97-1A1CCC0FDB92}"/>
                </a:ext>
              </a:extLst>
            </p:cNvPr>
            <p:cNvCxnSpPr>
              <a:cxnSpLocks/>
              <a:stCxn id="238" idx="3"/>
            </p:cNvCxnSpPr>
            <p:nvPr/>
          </p:nvCxnSpPr>
          <p:spPr bwMode="gray">
            <a:xfrm flipV="1">
              <a:off x="3661228" y="1764923"/>
              <a:ext cx="381000" cy="1"/>
            </a:xfrm>
            <a:prstGeom prst="straightConnector1">
              <a:avLst/>
            </a:prstGeom>
            <a:ln w="6350" cap="flat">
              <a:solidFill>
                <a:srgbClr val="7F7F7F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0" name="StrongCallout" hidden="1">
            <a:extLst>
              <a:ext uri="{FF2B5EF4-FFF2-40B4-BE49-F238E27FC236}">
                <a16:creationId xmlns:a16="http://schemas.microsoft.com/office/drawing/2014/main" id="{65A97C36-E272-41F8-AED3-048217014DDB}"/>
              </a:ext>
            </a:extLst>
          </p:cNvPr>
          <p:cNvGrpSpPr/>
          <p:nvPr userDrawn="1">
            <p:custDataLst>
              <p:tags r:id="rId15"/>
            </p:custDataLst>
          </p:nvPr>
        </p:nvGrpSpPr>
        <p:grpSpPr bwMode="ltGray">
          <a:xfrm>
            <a:off x="1003300" y="3783753"/>
            <a:ext cx="3026228" cy="1524948"/>
            <a:chOff x="1016000" y="1002451"/>
            <a:chExt cx="3026228" cy="1524948"/>
          </a:xfrm>
        </p:grpSpPr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94E8A457-7AC1-402A-A0C1-23044DAE11CA}"/>
                </a:ext>
              </a:extLst>
            </p:cNvPr>
            <p:cNvSpPr txBox="1"/>
            <p:nvPr/>
          </p:nvSpPr>
          <p:spPr bwMode="ltGray">
            <a:xfrm>
              <a:off x="1016000" y="1002451"/>
              <a:ext cx="2645228" cy="1524948"/>
            </a:xfrm>
            <a:prstGeom prst="rect">
              <a:avLst/>
            </a:prstGeom>
            <a:solidFill>
              <a:schemeClr val="accent1"/>
            </a:solidFill>
          </p:spPr>
          <p:txBody>
            <a:bodyPr vert="horz" wrap="square" lIns="183600" tIns="183600" rIns="183600" bIns="183600" rtlCol="0" anchor="ctr">
              <a:spAutoFit/>
            </a:bodyPr>
            <a:lstStyle>
              <a:defPPr>
                <a:defRPr lang="en-US"/>
              </a:defPPr>
              <a:lvl1pPr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FFFFFF"/>
                </a:buClr>
                <a:buSzPct val="100000"/>
                <a:buFont typeface="Segoe UI" panose="020B0502040204020203" pitchFamily="34" charset="0"/>
                <a:buChar char="​"/>
                <a:defRPr sz="1400">
                  <a:solidFill>
                    <a:srgbClr val="FFFFFF"/>
                  </a:solidFill>
                  <a:cs typeface="Arial" panose="020B0604020202020204" pitchFamily="34" charset="0"/>
                </a:defRPr>
              </a:lvl1pPr>
              <a:lvl2pPr marL="216000" lvl="1" indent="-216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FFFFFF"/>
                </a:buClr>
                <a:buSzPct val="110000"/>
                <a:buFont typeface="Arial" panose="020B0604020202020204" pitchFamily="34" charset="0"/>
                <a:buChar char="–"/>
                <a:defRPr sz="1400">
                  <a:solidFill>
                    <a:srgbClr val="FFFFFF"/>
                  </a:solidFill>
                </a:defRPr>
              </a:lvl2pPr>
              <a:lvl3pPr marL="432000" lvl="2" indent="-216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FFFFFF"/>
                </a:buClr>
                <a:buSzPct val="110000"/>
                <a:buFont typeface="Arial" panose="020B0604020202020204" pitchFamily="34" charset="0"/>
                <a:buChar char="–"/>
                <a:defRPr sz="1400">
                  <a:solidFill>
                    <a:srgbClr val="FFFFFF"/>
                  </a:solidFill>
                </a:defRPr>
              </a:lvl3pPr>
              <a:lvl4pPr marL="648000" lvl="3" indent="-216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FFFFFF"/>
                </a:buClr>
                <a:buFont typeface="Arial" panose="020B0604020202020204" pitchFamily="34" charset="0"/>
                <a:buChar char="–"/>
                <a:defRPr sz="1400">
                  <a:solidFill>
                    <a:srgbClr val="FFFFFF"/>
                  </a:solidFill>
                </a:defRPr>
              </a:lvl4pPr>
              <a:lvl5pPr marL="864000" lvl="4" indent="-216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FFFFFF"/>
                </a:buClr>
                <a:buSzPct val="100000"/>
                <a:buFont typeface="Arial" panose="020B0604020202020204" pitchFamily="34" charset="0"/>
                <a:buChar char="–"/>
                <a:defRPr sz="1400">
                  <a:solidFill>
                    <a:srgbClr val="FFFFFF"/>
                  </a:solidFill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/>
                <a:t>Callout title</a:t>
              </a:r>
            </a:p>
            <a:p>
              <a:r>
                <a:rPr lang="en-US" sz="1400"/>
                <a:t>Supporting text goes here. Box will automatically adjust to content, adjust type size as needed.</a:t>
              </a:r>
            </a:p>
          </p:txBody>
        </p: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F65E6902-0112-4E36-A522-E0DD7150003E}"/>
                </a:ext>
              </a:extLst>
            </p:cNvPr>
            <p:cNvCxnSpPr>
              <a:cxnSpLocks/>
              <a:stCxn id="241" idx="3"/>
            </p:cNvCxnSpPr>
            <p:nvPr/>
          </p:nvCxnSpPr>
          <p:spPr bwMode="ltGray">
            <a:xfrm flipV="1">
              <a:off x="3661228" y="1764924"/>
              <a:ext cx="381000" cy="1"/>
            </a:xfrm>
            <a:prstGeom prst="straightConnector1">
              <a:avLst/>
            </a:prstGeom>
            <a:ln w="6350" cap="flat">
              <a:solidFill>
                <a:srgbClr val="7F7F7F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SplitFlowOF" hidden="1">
            <a:extLst>
              <a:ext uri="{FF2B5EF4-FFF2-40B4-BE49-F238E27FC236}">
                <a16:creationId xmlns:a16="http://schemas.microsoft.com/office/drawing/2014/main" id="{2491992E-BB67-49F5-A775-CAF831D4DE6C}"/>
              </a:ext>
            </a:extLst>
          </p:cNvPr>
          <p:cNvGrpSpPr/>
          <p:nvPr userDrawn="1">
            <p:custDataLst>
              <p:tags r:id="rId16"/>
            </p:custDataLst>
          </p:nvPr>
        </p:nvGrpSpPr>
        <p:grpSpPr bwMode="ltGray">
          <a:xfrm>
            <a:off x="4603024" y="2159000"/>
            <a:ext cx="1828801" cy="914400"/>
            <a:chOff x="114299" y="1270000"/>
            <a:chExt cx="1828801" cy="914400"/>
          </a:xfrm>
        </p:grpSpPr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80558DB1-7DE3-41F1-9910-1A4AD0CB152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ltGray">
            <a:xfrm>
              <a:off x="114300" y="1270000"/>
              <a:ext cx="1828800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457200">
                  <a:moveTo>
                    <a:pt x="0" y="0"/>
                  </a:moveTo>
                  <a:lnTo>
                    <a:pt x="1664208" y="0"/>
                  </a:lnTo>
                  <a:lnTo>
                    <a:pt x="18288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chemeClr val="accent1"/>
            </a:solidFill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BB686516-E5C5-4589-A663-9A091B46C032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 bwMode="ltGray">
            <a:xfrm>
              <a:off x="177800" y="1327150"/>
              <a:ext cx="1600708" cy="342900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defPPr>
                <a:defRPr lang="en-US"/>
              </a:defPPr>
              <a:lvl1pPr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FFFFFF"/>
                </a:buClr>
                <a:buSzPct val="100000"/>
                <a:buFont typeface="Segoe UI" panose="020B0502040204020203" pitchFamily="34" charset="0"/>
                <a:buChar char="​"/>
                <a:defRPr sz="1600" b="1">
                  <a:solidFill>
                    <a:srgbClr val="FFFFFF"/>
                  </a:solidFill>
                  <a:cs typeface="Arial" panose="020B0604020202020204" pitchFamily="34" charset="0"/>
                </a:defRPr>
              </a:lvl1pPr>
              <a:lvl2pPr marL="216000" lvl="1" indent="-216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FFFFFF"/>
                </a:buClr>
                <a:buSzPct val="110000"/>
                <a:buFont typeface="Arial" panose="020B0604020202020204" pitchFamily="34" charset="0"/>
                <a:buChar char="–"/>
                <a:defRPr sz="1600" b="1">
                  <a:solidFill>
                    <a:srgbClr val="FFFFFF"/>
                  </a:solidFill>
                </a:defRPr>
              </a:lvl2pPr>
              <a:lvl3pPr marL="432000" lvl="2" indent="-216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FFFFFF"/>
                </a:buClr>
                <a:buSzPct val="110000"/>
                <a:buFont typeface="Arial" panose="020B0604020202020204" pitchFamily="34" charset="0"/>
                <a:buChar char="–"/>
                <a:defRPr sz="1600" b="1">
                  <a:solidFill>
                    <a:srgbClr val="FFFFFF"/>
                  </a:solidFill>
                </a:defRPr>
              </a:lvl3pPr>
              <a:lvl4pPr marL="648000" lvl="3" indent="-216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FFFFFF"/>
                </a:buClr>
                <a:buFont typeface="Arial" panose="020B0604020202020204" pitchFamily="34" charset="0"/>
                <a:buChar char="–"/>
                <a:defRPr sz="1600" b="1">
                  <a:solidFill>
                    <a:srgbClr val="FFFFFF"/>
                  </a:solidFill>
                </a:defRPr>
              </a:lvl4pPr>
              <a:lvl5pPr marL="864000" lvl="4" indent="-216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FFFFFF"/>
                </a:buClr>
                <a:buSzPct val="100000"/>
                <a:buFont typeface="Arial" panose="020B0604020202020204" pitchFamily="34" charset="0"/>
                <a:buChar char="–"/>
                <a:defRPr sz="1600" b="1">
                  <a:solidFill>
                    <a:srgbClr val="FFFFFF"/>
                  </a:solidFill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600"/>
                <a:t>Text</a:t>
              </a:r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DD80A80F-B2D8-41C9-9751-1EAD64419916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ltGray">
            <a:xfrm>
              <a:off x="114299" y="1727200"/>
              <a:ext cx="996697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3048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0 h 457200"/>
                <a:gd name="connsiteX1" fmla="*/ 1511808 w 1828800"/>
                <a:gd name="connsiteY1" fmla="*/ 457200 h 457200"/>
                <a:gd name="connsiteX2" fmla="*/ 1828800 w 1828800"/>
                <a:gd name="connsiteY2" fmla="*/ 152400 h 457200"/>
                <a:gd name="connsiteX3" fmla="*/ 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15240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980237 w 1664208"/>
                <a:gd name="connsiteY0" fmla="*/ 0 h 457200"/>
                <a:gd name="connsiteX1" fmla="*/ 1664208 w 1664208"/>
                <a:gd name="connsiteY1" fmla="*/ 457200 h 457200"/>
                <a:gd name="connsiteX2" fmla="*/ 0 w 1664208"/>
                <a:gd name="connsiteY2" fmla="*/ 457200 h 457200"/>
                <a:gd name="connsiteX3" fmla="*/ 0 w 1664208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96696 w 996696"/>
                <a:gd name="connsiteY0" fmla="*/ 0 h 457200"/>
                <a:gd name="connsiteX1" fmla="*/ 848563 w 996696"/>
                <a:gd name="connsiteY1" fmla="*/ 457200 h 457200"/>
                <a:gd name="connsiteX2" fmla="*/ 0 w 996696"/>
                <a:gd name="connsiteY2" fmla="*/ 457200 h 457200"/>
                <a:gd name="connsiteX3" fmla="*/ 0 w 996696"/>
                <a:gd name="connsiteY3" fmla="*/ 0 h 457200"/>
                <a:gd name="connsiteX0" fmla="*/ 996696 w 996696"/>
                <a:gd name="connsiteY0" fmla="*/ 0 h 457200"/>
                <a:gd name="connsiteX1" fmla="*/ 832103 w 996696"/>
                <a:gd name="connsiteY1" fmla="*/ 457200 h 457200"/>
                <a:gd name="connsiteX2" fmla="*/ 0 w 996696"/>
                <a:gd name="connsiteY2" fmla="*/ 457200 h 457200"/>
                <a:gd name="connsiteX3" fmla="*/ 0 w 996696"/>
                <a:gd name="connsiteY3" fmla="*/ 0 h 457200"/>
                <a:gd name="connsiteX0" fmla="*/ 996697 w 996697"/>
                <a:gd name="connsiteY0" fmla="*/ 0 h 457200"/>
                <a:gd name="connsiteX1" fmla="*/ 832104 w 996697"/>
                <a:gd name="connsiteY1" fmla="*/ 457200 h 457200"/>
                <a:gd name="connsiteX2" fmla="*/ 0 w 996697"/>
                <a:gd name="connsiteY2" fmla="*/ 457200 h 457200"/>
                <a:gd name="connsiteX3" fmla="*/ 1 w 996697"/>
                <a:gd name="connsiteY3" fmla="*/ 0 h 457200"/>
                <a:gd name="connsiteX0" fmla="*/ 996697 w 996697"/>
                <a:gd name="connsiteY0" fmla="*/ 0 h 457200"/>
                <a:gd name="connsiteX1" fmla="*/ 832104 w 996697"/>
                <a:gd name="connsiteY1" fmla="*/ 457200 h 457200"/>
                <a:gd name="connsiteX2" fmla="*/ 0 w 996697"/>
                <a:gd name="connsiteY2" fmla="*/ 457200 h 457200"/>
                <a:gd name="connsiteX3" fmla="*/ 1 w 996697"/>
                <a:gd name="connsiteY3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6697" h="457200">
                  <a:moveTo>
                    <a:pt x="996697" y="0"/>
                  </a:moveTo>
                  <a:lnTo>
                    <a:pt x="832104" y="457200"/>
                  </a:lnTo>
                  <a:lnTo>
                    <a:pt x="0" y="4572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CA9DB7D6-EE5B-49ED-BF09-17141938D7C0}"/>
                </a:ext>
              </a:extLst>
            </p:cNvPr>
            <p:cNvSpPr txBox="1"/>
            <p:nvPr>
              <p:custDataLst>
                <p:tags r:id="rId23"/>
              </p:custDataLst>
            </p:nvPr>
          </p:nvSpPr>
          <p:spPr bwMode="ltGray">
            <a:xfrm>
              <a:off x="177800" y="1784350"/>
              <a:ext cx="768604" cy="342900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defPPr>
                <a:defRPr lang="en-US"/>
              </a:defPPr>
              <a:lvl1pPr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FFFFFF"/>
                </a:buClr>
                <a:buSzPct val="100000"/>
                <a:buFont typeface="Segoe UI" panose="020B0502040204020203" pitchFamily="34" charset="0"/>
                <a:buChar char="​"/>
                <a:defRPr sz="1600" b="1">
                  <a:solidFill>
                    <a:srgbClr val="FFFFFF"/>
                  </a:solidFill>
                  <a:cs typeface="Arial" panose="020B0604020202020204" pitchFamily="34" charset="0"/>
                </a:defRPr>
              </a:lvl1pPr>
              <a:lvl2pPr marL="216000" lvl="1" indent="-216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FFFFFF"/>
                </a:buClr>
                <a:buSzPct val="110000"/>
                <a:buFont typeface="Arial" panose="020B0604020202020204" pitchFamily="34" charset="0"/>
                <a:buChar char="–"/>
                <a:defRPr sz="1600" b="1">
                  <a:solidFill>
                    <a:srgbClr val="FFFFFF"/>
                  </a:solidFill>
                </a:defRPr>
              </a:lvl2pPr>
              <a:lvl3pPr marL="432000" lvl="2" indent="-216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FFFFFF"/>
                </a:buClr>
                <a:buSzPct val="110000"/>
                <a:buFont typeface="Arial" panose="020B0604020202020204" pitchFamily="34" charset="0"/>
                <a:buChar char="–"/>
                <a:defRPr sz="1600" b="1">
                  <a:solidFill>
                    <a:srgbClr val="FFFFFF"/>
                  </a:solidFill>
                </a:defRPr>
              </a:lvl3pPr>
              <a:lvl4pPr marL="648000" lvl="3" indent="-216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FFFFFF"/>
                </a:buClr>
                <a:buFont typeface="Arial" panose="020B0604020202020204" pitchFamily="34" charset="0"/>
                <a:buChar char="–"/>
                <a:defRPr sz="1600" b="1">
                  <a:solidFill>
                    <a:srgbClr val="FFFFFF"/>
                  </a:solidFill>
                </a:defRPr>
              </a:lvl4pPr>
              <a:lvl5pPr marL="864000" lvl="4" indent="-216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FFFFFF"/>
                </a:buClr>
                <a:buSzPct val="100000"/>
                <a:buFont typeface="Arial" panose="020B0604020202020204" pitchFamily="34" charset="0"/>
                <a:buChar char="–"/>
                <a:defRPr sz="1600" b="1">
                  <a:solidFill>
                    <a:srgbClr val="FFFFFF"/>
                  </a:solidFill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600"/>
                <a:t>Text</a:t>
              </a:r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DCD2E40D-E3D9-4C7C-8C5F-2861AAB1C0E1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ltGray">
            <a:xfrm>
              <a:off x="946404" y="1727200"/>
              <a:ext cx="996696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3048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0 h 457200"/>
                <a:gd name="connsiteX1" fmla="*/ 1511808 w 1828800"/>
                <a:gd name="connsiteY1" fmla="*/ 457200 h 457200"/>
                <a:gd name="connsiteX2" fmla="*/ 1828800 w 1828800"/>
                <a:gd name="connsiteY2" fmla="*/ 152400 h 457200"/>
                <a:gd name="connsiteX3" fmla="*/ 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15240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97126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97126 w 1828800"/>
                <a:gd name="connsiteY1" fmla="*/ 457200 h 457200"/>
                <a:gd name="connsiteX2" fmla="*/ 848563 w 1828800"/>
                <a:gd name="connsiteY2" fmla="*/ 457200 h 457200"/>
                <a:gd name="connsiteX3" fmla="*/ 0 w 1828800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80237 w 980237"/>
                <a:gd name="connsiteY0" fmla="*/ 0 h 457200"/>
                <a:gd name="connsiteX1" fmla="*/ 815645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96696 w 996696"/>
                <a:gd name="connsiteY0" fmla="*/ 0 h 457200"/>
                <a:gd name="connsiteX1" fmla="*/ 832104 w 996696"/>
                <a:gd name="connsiteY1" fmla="*/ 457200 h 457200"/>
                <a:gd name="connsiteX2" fmla="*/ 0 w 996696"/>
                <a:gd name="connsiteY2" fmla="*/ 457200 h 457200"/>
                <a:gd name="connsiteX3" fmla="*/ 148133 w 996696"/>
                <a:gd name="connsiteY3" fmla="*/ 0 h 457200"/>
                <a:gd name="connsiteX0" fmla="*/ 996696 w 996696"/>
                <a:gd name="connsiteY0" fmla="*/ 0 h 457200"/>
                <a:gd name="connsiteX1" fmla="*/ 832104 w 996696"/>
                <a:gd name="connsiteY1" fmla="*/ 457200 h 457200"/>
                <a:gd name="connsiteX2" fmla="*/ 0 w 996696"/>
                <a:gd name="connsiteY2" fmla="*/ 457200 h 457200"/>
                <a:gd name="connsiteX3" fmla="*/ 164592 w 996696"/>
                <a:gd name="connsiteY3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6696" h="457200">
                  <a:moveTo>
                    <a:pt x="996696" y="0"/>
                  </a:moveTo>
                  <a:lnTo>
                    <a:pt x="832104" y="457200"/>
                  </a:lnTo>
                  <a:lnTo>
                    <a:pt x="0" y="457200"/>
                  </a:lnTo>
                  <a:lnTo>
                    <a:pt x="164592" y="0"/>
                  </a:lnTo>
                  <a:close/>
                </a:path>
              </a:pathLst>
            </a:custGeom>
            <a:solidFill>
              <a:schemeClr val="accent1"/>
            </a:solidFill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FE5DB631-3C99-432C-8AF0-995912EF198A}"/>
                </a:ext>
              </a:extLst>
            </p:cNvPr>
            <p:cNvSpPr txBox="1"/>
            <p:nvPr>
              <p:custDataLst>
                <p:tags r:id="rId25"/>
              </p:custDataLst>
            </p:nvPr>
          </p:nvSpPr>
          <p:spPr bwMode="ltGray">
            <a:xfrm>
              <a:off x="1149096" y="1784350"/>
              <a:ext cx="629412" cy="342900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defPPr>
                <a:defRPr lang="en-US"/>
              </a:defPPr>
              <a:lvl1pPr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FFFFFF"/>
                </a:buClr>
                <a:buSzPct val="100000"/>
                <a:buFont typeface="Segoe UI" panose="020B0502040204020203" pitchFamily="34" charset="0"/>
                <a:buChar char="​"/>
                <a:defRPr sz="1600" b="1">
                  <a:solidFill>
                    <a:srgbClr val="FFFFFF"/>
                  </a:solidFill>
                  <a:cs typeface="Arial" panose="020B0604020202020204" pitchFamily="34" charset="0"/>
                </a:defRPr>
              </a:lvl1pPr>
              <a:lvl2pPr marL="216000" lvl="1" indent="-216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FFFFFF"/>
                </a:buClr>
                <a:buSzPct val="110000"/>
                <a:buFont typeface="Arial" panose="020B0604020202020204" pitchFamily="34" charset="0"/>
                <a:buChar char="–"/>
                <a:defRPr sz="1600" b="1">
                  <a:solidFill>
                    <a:srgbClr val="FFFFFF"/>
                  </a:solidFill>
                </a:defRPr>
              </a:lvl2pPr>
              <a:lvl3pPr marL="432000" lvl="2" indent="-216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FFFFFF"/>
                </a:buClr>
                <a:buSzPct val="110000"/>
                <a:buFont typeface="Arial" panose="020B0604020202020204" pitchFamily="34" charset="0"/>
                <a:buChar char="–"/>
                <a:defRPr sz="1600" b="1">
                  <a:solidFill>
                    <a:srgbClr val="FFFFFF"/>
                  </a:solidFill>
                </a:defRPr>
              </a:lvl3pPr>
              <a:lvl4pPr marL="648000" lvl="3" indent="-216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FFFFFF"/>
                </a:buClr>
                <a:buFont typeface="Arial" panose="020B0604020202020204" pitchFamily="34" charset="0"/>
                <a:buChar char="–"/>
                <a:defRPr sz="1600" b="1">
                  <a:solidFill>
                    <a:srgbClr val="FFFFFF"/>
                  </a:solidFill>
                </a:defRPr>
              </a:lvl4pPr>
              <a:lvl5pPr marL="864000" lvl="4" indent="-216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FFFFFF"/>
                </a:buClr>
                <a:buSzPct val="100000"/>
                <a:buFont typeface="Arial" panose="020B0604020202020204" pitchFamily="34" charset="0"/>
                <a:buChar char="–"/>
                <a:defRPr sz="1600" b="1">
                  <a:solidFill>
                    <a:srgbClr val="FFFFFF"/>
                  </a:solidFill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600"/>
                <a:t>Text</a:t>
              </a:r>
            </a:p>
          </p:txBody>
        </p:sp>
      </p:grpSp>
      <p:grpSp>
        <p:nvGrpSpPr>
          <p:cNvPr id="250" name="FlowOF" hidden="1">
            <a:extLst>
              <a:ext uri="{FF2B5EF4-FFF2-40B4-BE49-F238E27FC236}">
                <a16:creationId xmlns:a16="http://schemas.microsoft.com/office/drawing/2014/main" id="{B9A30FB5-7862-4C79-B469-292F1395F196}"/>
              </a:ext>
            </a:extLst>
          </p:cNvPr>
          <p:cNvGrpSpPr/>
          <p:nvPr userDrawn="1"/>
        </p:nvGrpSpPr>
        <p:grpSpPr bwMode="ltGray">
          <a:xfrm>
            <a:off x="7005320" y="2159002"/>
            <a:ext cx="2971800" cy="3281817"/>
            <a:chOff x="4178300" y="2159000"/>
            <a:chExt cx="2971800" cy="3281817"/>
          </a:xfrm>
        </p:grpSpPr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B84F4140-97C4-4FDC-93E3-1455237FED75}"/>
                </a:ext>
              </a:extLst>
            </p:cNvPr>
            <p:cNvGrpSpPr/>
            <p:nvPr>
              <p:custDataLst>
                <p:tags r:id="rId17"/>
              </p:custDataLst>
            </p:nvPr>
          </p:nvGrpSpPr>
          <p:grpSpPr bwMode="ltGray">
            <a:xfrm>
              <a:off x="4178300" y="2159000"/>
              <a:ext cx="2971800" cy="908050"/>
              <a:chOff x="1016000" y="1016000"/>
              <a:chExt cx="2971800" cy="908050"/>
            </a:xfrm>
          </p:grpSpPr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BA163074-6FE3-47E4-8347-8AB4DBC913FD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 bwMode="ltGray">
              <a:xfrm>
                <a:off x="1016000" y="1016000"/>
                <a:ext cx="2971800" cy="908050"/>
              </a:xfrm>
              <a:custGeom>
                <a:avLst/>
                <a:gdLst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  <a:gd name="connsiteX0" fmla="*/ 0 w 1828800"/>
                  <a:gd name="connsiteY0" fmla="*/ 0 h 914400"/>
                  <a:gd name="connsiteX1" fmla="*/ 1728216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  <a:gd name="connsiteX0" fmla="*/ 0 w 1828800"/>
                  <a:gd name="connsiteY0" fmla="*/ 0 h 914400"/>
                  <a:gd name="connsiteX1" fmla="*/ 1728216 w 1828800"/>
                  <a:gd name="connsiteY1" fmla="*/ 0 h 914400"/>
                  <a:gd name="connsiteX2" fmla="*/ 1828800 w 1828800"/>
                  <a:gd name="connsiteY2" fmla="*/ 457200 h 914400"/>
                  <a:gd name="connsiteX3" fmla="*/ 1728216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28800" h="914400">
                    <a:moveTo>
                      <a:pt x="0" y="0"/>
                    </a:moveTo>
                    <a:lnTo>
                      <a:pt x="1728216" y="0"/>
                    </a:lnTo>
                    <a:lnTo>
                      <a:pt x="1828800" y="457200"/>
                    </a:lnTo>
                    <a:lnTo>
                      <a:pt x="1728216" y="914400"/>
                    </a:lnTo>
                    <a:lnTo>
                      <a:pt x="0" y="9144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chemeClr val="accent1"/>
              </a:solidFill>
              <a:ln w="6350" cap="sq">
                <a:solidFill>
                  <a:schemeClr val="bg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160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60C02E9C-7DA8-40B8-B154-E2738227525D}"/>
                  </a:ext>
                </a:extLst>
              </p:cNvPr>
              <p:cNvSpPr txBox="1"/>
              <p:nvPr>
                <p:custDataLst>
                  <p:tags r:id="rId19"/>
                </p:custDataLst>
              </p:nvPr>
            </p:nvSpPr>
            <p:spPr bwMode="ltGray">
              <a:xfrm>
                <a:off x="1079500" y="1079059"/>
                <a:ext cx="2744851" cy="781932"/>
              </a:xfrm>
              <a:prstGeom prst="rect">
                <a:avLst/>
              </a:prstGeom>
            </p:spPr>
            <p:txBody>
              <a:bodyPr vert="horz" wrap="square" lIns="15120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rgbClr val="FFFFFF"/>
                  </a:buClr>
                  <a:buSzPct val="100000"/>
                  <a:buFont typeface="Segoe UI" panose="020B0502040204020203" pitchFamily="34" charset="0"/>
                  <a:buChar char="​"/>
                  <a:defRPr sz="1600" b="1">
                    <a:solidFill>
                      <a:srgbClr val="FFFFFF"/>
                    </a:solidFill>
                    <a:cs typeface="Arial" panose="020B0604020202020204" pitchFamily="34" charset="0"/>
                  </a:defRPr>
                </a:lvl1pPr>
                <a:lvl2pPr marL="216000" lvl="1" indent="-21600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FFFFFF"/>
                  </a:buClr>
                  <a:buSzPct val="110000"/>
                  <a:buFont typeface="Arial" panose="020B0604020202020204" pitchFamily="34" charset="0"/>
                  <a:buChar char="–"/>
                  <a:defRPr sz="1600" b="1">
                    <a:solidFill>
                      <a:srgbClr val="FFFFFF"/>
                    </a:solidFill>
                  </a:defRPr>
                </a:lvl2pPr>
                <a:lvl3pPr marL="432000" lvl="2" indent="-21600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FFFFFF"/>
                  </a:buClr>
                  <a:buSzPct val="110000"/>
                  <a:buFont typeface="Arial" panose="020B0604020202020204" pitchFamily="34" charset="0"/>
                  <a:buChar char="–"/>
                  <a:defRPr sz="1600" b="1">
                    <a:solidFill>
                      <a:srgbClr val="FFFFFF"/>
                    </a:solidFill>
                  </a:defRPr>
                </a:lvl3pPr>
                <a:lvl4pPr marL="648000" lvl="3" indent="-21600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FFFFFF"/>
                  </a:buClr>
                  <a:buFont typeface="Arial" panose="020B0604020202020204" pitchFamily="34" charset="0"/>
                  <a:buChar char="–"/>
                  <a:defRPr sz="1600" b="1">
                    <a:solidFill>
                      <a:srgbClr val="FFFFFF"/>
                    </a:solidFill>
                  </a:defRPr>
                </a:lvl4pPr>
                <a:lvl5pPr marL="864000" lvl="4" indent="-21600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FFFFFF"/>
                  </a:buClr>
                  <a:buSzPct val="100000"/>
                  <a:buFont typeface="Arial" panose="020B0604020202020204" pitchFamily="34" charset="0"/>
                  <a:buChar char="–"/>
                  <a:defRPr sz="1600" b="1">
                    <a:solidFill>
                      <a:srgbClr val="FFFFFF"/>
                    </a:solidFill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en-US" sz="1600"/>
                  <a:t>Text</a:t>
                </a:r>
              </a:p>
            </p:txBody>
          </p:sp>
        </p:grp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0ABA990-901D-49FD-97EA-EA965A1B3D43}"/>
                </a:ext>
              </a:extLst>
            </p:cNvPr>
            <p:cNvSpPr txBox="1"/>
            <p:nvPr/>
          </p:nvSpPr>
          <p:spPr bwMode="ltGray">
            <a:xfrm>
              <a:off x="4400551" y="3194049"/>
              <a:ext cx="2586101" cy="224676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216000" lvl="1" indent="-216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SzPct val="110000"/>
                <a:buFont typeface="Arial" panose="020B0604020202020204" pitchFamily="34" charset="0"/>
                <a:buChar char="–"/>
                <a:defRPr lang="en-US" sz="1600" dirty="0"/>
              </a:lvl2pPr>
              <a:lvl3pPr marL="432000" lvl="2" indent="-216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SzPct val="110000"/>
                <a:buFont typeface="Arial" panose="020B0604020202020204" pitchFamily="34" charset="0"/>
                <a:buChar char="–"/>
                <a:defRPr lang="en-US" sz="1600" dirty="0"/>
              </a:lvl3pPr>
              <a:lvl4pPr marL="648000" lvl="3" indent="-216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Arial" panose="020B0604020202020204" pitchFamily="34" charset="0"/>
                <a:buChar char="–"/>
                <a:defRPr lang="en-US" sz="1600" dirty="0"/>
              </a:lvl4pPr>
              <a:lvl5pPr marL="864000" lvl="4" indent="-216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SzPct val="100000"/>
                <a:buFont typeface="Arial" panose="020B0604020202020204" pitchFamily="34" charset="0"/>
                <a:buChar char="–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600"/>
                <a:t>Text level one</a:t>
              </a:r>
            </a:p>
            <a:p>
              <a:pPr lvl="1"/>
              <a:r>
                <a:rPr lang="en-US" sz="1600"/>
                <a:t>Text level two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34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74" r:id="rId7"/>
  </p:sldLayoutIdLst>
  <p:txStyles>
    <p:titleStyle>
      <a:lvl1pPr algn="l" defTabSz="914479" rtl="0" eaLnBrk="1" latinLnBrk="0" hangingPunct="1">
        <a:lnSpc>
          <a:spcPct val="100000"/>
        </a:lnSpc>
        <a:spcBef>
          <a:spcPct val="0"/>
        </a:spcBef>
        <a:buNone/>
        <a:defRPr lang="en-US" sz="25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79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rgbClr val="000000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16019" indent="-216019" algn="l" defTabSz="914479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2"/>
        </a:buClr>
        <a:buSzPct val="110000"/>
        <a:buFont typeface="Arial" panose="020B0604020202020204" pitchFamily="34" charset="0"/>
        <a:buChar char="–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32037" indent="-216019" algn="l" defTabSz="914479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2"/>
        </a:buClr>
        <a:buSzPct val="110000"/>
        <a:buFont typeface="Arial" panose="020B0604020202020204" pitchFamily="34" charset="0"/>
        <a:buChar char="–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648056" indent="-216019" algn="l" defTabSz="914479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2"/>
        </a:buClr>
        <a:buFont typeface="Arial" panose="020B0604020202020204" pitchFamily="34" charset="0"/>
        <a:buChar char="–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64074" indent="-216019" algn="l" defTabSz="914479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2"/>
        </a:buClr>
        <a:buSzPct val="100000"/>
        <a:buFont typeface="Arial" panose="020B0604020202020204" pitchFamily="34" charset="0"/>
        <a:buChar char="–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944" indent="-171465" algn="l" defTabSz="914479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944" indent="-171465" algn="l" defTabSz="914479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944" indent="-171465" algn="l" defTabSz="914479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944" indent="-171465" algn="l" defTabSz="914479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40" algn="l" defTabSz="9144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79" algn="l" defTabSz="9144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19" algn="l" defTabSz="9144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59" algn="l" defTabSz="9144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98" algn="l" defTabSz="9144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438" algn="l" defTabSz="9144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677" algn="l" defTabSz="9144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917" algn="l" defTabSz="9144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78D09DB1-8F65-164E-4A28-0339D134FC9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31262655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2" imgW="425" imgH="425" progId="TCLayout.ActiveDocument.1">
                  <p:embed/>
                </p:oleObj>
              </mc:Choice>
              <mc:Fallback>
                <p:oleObj name="think-cell Slide" r:id="rId22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8D09DB1-8F65-164E-4A28-0339D134FC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bject 4"/>
          <p:cNvSpPr/>
          <p:nvPr/>
        </p:nvSpPr>
        <p:spPr>
          <a:xfrm>
            <a:off x="11430000" y="6354000"/>
            <a:ext cx="0" cy="117475"/>
          </a:xfrm>
          <a:custGeom>
            <a:avLst/>
            <a:gdLst/>
            <a:ahLst/>
            <a:cxnLst/>
            <a:rect l="l" t="t" r="r" b="b"/>
            <a:pathLst>
              <a:path h="117475">
                <a:moveTo>
                  <a:pt x="0" y="0"/>
                </a:moveTo>
                <a:lnTo>
                  <a:pt x="0" y="117005"/>
                </a:lnTo>
              </a:path>
            </a:pathLst>
          </a:custGeom>
          <a:ln w="6350">
            <a:solidFill>
              <a:srgbClr val="EF7D1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Fußzeilenplatzhalter 46"/>
          <p:cNvSpPr>
            <a:spLocks noGrp="1"/>
          </p:cNvSpPr>
          <p:nvPr>
            <p:ph type="ftr" sz="quarter" idx="3"/>
          </p:nvPr>
        </p:nvSpPr>
        <p:spPr>
          <a:xfrm>
            <a:off x="9296400" y="6282000"/>
            <a:ext cx="2006600" cy="196850"/>
          </a:xfrm>
          <a:prstGeom prst="rect">
            <a:avLst/>
          </a:prstGeom>
        </p:spPr>
        <p:txBody>
          <a:bodyPr vert="horz" wrap="none" lIns="0" tIns="45720" rIns="0" bIns="0" rtlCol="0" anchor="ctr"/>
          <a:lstStyle>
            <a:lvl1pPr algn="r">
              <a:defRPr sz="900">
                <a:solidFill>
                  <a:srgbClr val="364D54"/>
                </a:solidFill>
                <a:latin typeface="Arial"/>
                <a:cs typeface="Arial"/>
              </a:defRPr>
            </a:lvl1pPr>
          </a:lstStyle>
          <a:p>
            <a:r>
              <a:rPr lang="en-GB" spc="10">
                <a:solidFill>
                  <a:srgbClr val="394D55"/>
                </a:solidFill>
              </a:rPr>
              <a:t>Title of presentation</a:t>
            </a:r>
            <a:endParaRPr lang="en-GB"/>
          </a:p>
        </p:txBody>
      </p:sp>
      <p:sp>
        <p:nvSpPr>
          <p:cNvPr id="11" name="Titelplatzhalter 10"/>
          <p:cNvSpPr>
            <a:spLocks noGrp="1"/>
          </p:cNvSpPr>
          <p:nvPr>
            <p:ph type="title"/>
          </p:nvPr>
        </p:nvSpPr>
        <p:spPr>
          <a:xfrm>
            <a:off x="914400" y="3657600"/>
            <a:ext cx="9448800" cy="838200"/>
          </a:xfrm>
          <a:prstGeom prst="rect">
            <a:avLst/>
          </a:prstGeom>
        </p:spPr>
        <p:txBody>
          <a:bodyPr vert="horz" lIns="0" tIns="45720" rIns="0" bIns="0" rtlCol="0" anchor="t">
            <a:normAutofit/>
          </a:bodyPr>
          <a:lstStyle/>
          <a:p>
            <a:r>
              <a:rPr lang="en-GB"/>
              <a:t>Continuing page of text with a dark grey heading that may also be two lines long</a:t>
            </a:r>
            <a:endParaRPr lang="de-DE"/>
          </a:p>
        </p:txBody>
      </p:sp>
      <p:sp>
        <p:nvSpPr>
          <p:cNvPr id="10" name="Foliennummernplatzhalter 47"/>
          <p:cNvSpPr>
            <a:spLocks noGrp="1"/>
          </p:cNvSpPr>
          <p:nvPr>
            <p:ph type="sldNum" sz="quarter" idx="4"/>
          </p:nvPr>
        </p:nvSpPr>
        <p:spPr>
          <a:xfrm>
            <a:off x="11556000" y="6248400"/>
            <a:ext cx="406400" cy="228601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9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fld id="{AA9A3908-7F79-4C4B-AE42-4EC7140DD77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extplatzhalter 15">
            <a:extLst>
              <a:ext uri="{FF2B5EF4-FFF2-40B4-BE49-F238E27FC236}">
                <a16:creationId xmlns:a16="http://schemas.microsoft.com/office/drawing/2014/main" id="{3B61F962-59A2-46AB-B66D-F9FA3495CC7E}"/>
              </a:ext>
            </a:extLst>
          </p:cNvPr>
          <p:cNvSpPr txBox="1">
            <a:spLocks/>
          </p:cNvSpPr>
          <p:nvPr userDrawn="1"/>
        </p:nvSpPr>
        <p:spPr>
          <a:xfrm>
            <a:off x="900000" y="2346016"/>
            <a:ext cx="8839200" cy="1227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2700" marR="5080" indent="0" algn="l" defTabSz="457200" rtl="0" eaLnBrk="1" latinLnBrk="0" hangingPunct="1">
              <a:lnSpc>
                <a:spcPct val="100000"/>
              </a:lnSpc>
              <a:spcBef>
                <a:spcPts val="819"/>
              </a:spcBef>
              <a:buClr>
                <a:srgbClr val="FF7300"/>
              </a:buClr>
              <a:buFont typeface="Arial"/>
              <a:buNone/>
              <a:tabLst>
                <a:tab pos="237490" algn="l"/>
              </a:tabLst>
              <a:defRPr sz="3200" b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6854" indent="-224154">
              <a:buFont typeface="Arial"/>
              <a:buChar char="—"/>
            </a:pPr>
            <a:endParaRPr lang="de-DE" sz="1400">
              <a:solidFill>
                <a:schemeClr val="tx2"/>
              </a:solidFill>
              <a:cs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198CFB-BC7C-40A7-9229-1E51BC29A36F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9700" y="260648"/>
            <a:ext cx="1421282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926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  <p:sldLayoutId id="2147483777" r:id="rId18"/>
    <p:sldLayoutId id="2147483778" r:id="rId19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2400" b="1" kern="1200" baseline="0">
          <a:solidFill>
            <a:schemeClr val="accent2"/>
          </a:solidFill>
          <a:latin typeface="Arial"/>
          <a:ea typeface="+mj-ea"/>
          <a:cs typeface="Arial"/>
        </a:defRPr>
      </a:lvl1pPr>
    </p:titleStyle>
    <p:bodyStyle>
      <a:lvl1pPr marL="12700" marR="5080" indent="0" algn="l" defTabSz="457200" rtl="0" eaLnBrk="1" latinLnBrk="0" hangingPunct="1">
        <a:lnSpc>
          <a:spcPct val="100000"/>
        </a:lnSpc>
        <a:spcBef>
          <a:spcPts val="819"/>
        </a:spcBef>
        <a:buClr>
          <a:srgbClr val="FF7300"/>
        </a:buClr>
        <a:buFont typeface="Arial"/>
        <a:buNone/>
        <a:tabLst>
          <a:tab pos="237490" algn="l"/>
        </a:tabLst>
        <a:defRPr sz="3200" b="0" kern="1200">
          <a:solidFill>
            <a:schemeClr val="tx2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5.png"/><Relationship Id="rId7" Type="http://schemas.openxmlformats.org/officeDocument/2006/relationships/diagramData" Target="../diagrams/data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11" Type="http://schemas.microsoft.com/office/2007/relationships/diagramDrawing" Target="../diagrams/drawing1.xml"/><Relationship Id="rId5" Type="http://schemas.openxmlformats.org/officeDocument/2006/relationships/image" Target="../media/image7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6.png"/><Relationship Id="rId9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image" Target="../media/image5.png"/><Relationship Id="rId7" Type="http://schemas.openxmlformats.org/officeDocument/2006/relationships/diagramData" Target="../diagrams/data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11" Type="http://schemas.microsoft.com/office/2007/relationships/diagramDrawing" Target="../diagrams/drawing2.xml"/><Relationship Id="rId5" Type="http://schemas.openxmlformats.org/officeDocument/2006/relationships/image" Target="../media/image7.png"/><Relationship Id="rId10" Type="http://schemas.openxmlformats.org/officeDocument/2006/relationships/diagramColors" Target="../diagrams/colors2.xml"/><Relationship Id="rId4" Type="http://schemas.openxmlformats.org/officeDocument/2006/relationships/image" Target="../media/image6.png"/><Relationship Id="rId9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image" Target="../media/image5.png"/><Relationship Id="rId7" Type="http://schemas.openxmlformats.org/officeDocument/2006/relationships/diagramData" Target="../diagrams/data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11" Type="http://schemas.microsoft.com/office/2007/relationships/diagramDrawing" Target="../diagrams/drawing3.xml"/><Relationship Id="rId5" Type="http://schemas.openxmlformats.org/officeDocument/2006/relationships/image" Target="../media/image7.png"/><Relationship Id="rId10" Type="http://schemas.openxmlformats.org/officeDocument/2006/relationships/diagramColors" Target="../diagrams/colors3.xml"/><Relationship Id="rId4" Type="http://schemas.openxmlformats.org/officeDocument/2006/relationships/image" Target="../media/image6.png"/><Relationship Id="rId9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0E25D460-57D9-487A-9B5B-81B77DE268A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" b="6"/>
          <a:stretch>
            <a:fillRect/>
          </a:stretch>
        </p:blipFill>
        <p:spPr>
          <a:xfrm>
            <a:off x="264572" y="221285"/>
            <a:ext cx="11583157" cy="5496634"/>
          </a:xfrm>
        </p:spPr>
      </p:pic>
      <p:sp>
        <p:nvSpPr>
          <p:cNvPr id="22" name="Parallelogramm 7">
            <a:extLst>
              <a:ext uri="{FF2B5EF4-FFF2-40B4-BE49-F238E27FC236}">
                <a16:creationId xmlns:a16="http://schemas.microsoft.com/office/drawing/2014/main" id="{7A4EC8D6-15DC-4CCD-8FB1-350CE907BAD6}"/>
              </a:ext>
            </a:extLst>
          </p:cNvPr>
          <p:cNvSpPr/>
          <p:nvPr/>
        </p:nvSpPr>
        <p:spPr>
          <a:xfrm>
            <a:off x="594856" y="2576945"/>
            <a:ext cx="6588723" cy="2810391"/>
          </a:xfrm>
          <a:prstGeom prst="parallelogram">
            <a:avLst>
              <a:gd name="adj" fmla="val 3634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EF7D1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4BDC96C5-6D98-4C3D-8EE0-FF41B825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491" y="3158836"/>
            <a:ext cx="5230088" cy="1165162"/>
          </a:xfrm>
        </p:spPr>
        <p:txBody>
          <a:bodyPr/>
          <a:lstStyle/>
          <a:p>
            <a:r>
              <a:rPr lang="en-GB" sz="1800" dirty="0"/>
              <a:t>MaBiS Hub Formula</a:t>
            </a:r>
            <a:br>
              <a:rPr lang="en-GB" sz="1800" dirty="0"/>
            </a:br>
            <a:r>
              <a:rPr lang="en-GB" sz="1800" b="0" dirty="0"/>
              <a:t>REST API </a:t>
            </a:r>
            <a:r>
              <a:rPr lang="en-GB" sz="1800" b="0" dirty="0" err="1"/>
              <a:t>statt</a:t>
            </a:r>
            <a:r>
              <a:rPr lang="en-GB" sz="1800" b="0" dirty="0"/>
              <a:t> EDIFACT UTILTS</a:t>
            </a:r>
            <a:br>
              <a:rPr lang="en-GB" sz="1800" b="0" dirty="0"/>
            </a:br>
            <a:r>
              <a:rPr lang="en-GB" sz="1800" b="0" dirty="0"/>
              <a:t>Proof of Concept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474855-D2C8-153E-0A32-09AA8E28BA9C}"/>
              </a:ext>
            </a:extLst>
          </p:cNvPr>
          <p:cNvSpPr txBox="1"/>
          <p:nvPr/>
        </p:nvSpPr>
        <p:spPr>
          <a:xfrm>
            <a:off x="879574" y="4998630"/>
            <a:ext cx="5738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chemeClr val="bg1"/>
                </a:solidFill>
              </a:rPr>
              <a:t>A. Van den berghe – Solution Architect – 03/12/25</a:t>
            </a:r>
            <a:endParaRPr lang="en-BE">
              <a:solidFill>
                <a:schemeClr val="bg1"/>
              </a:solidFill>
            </a:endParaRPr>
          </a:p>
        </p:txBody>
      </p:sp>
      <p:grpSp>
        <p:nvGrpSpPr>
          <p:cNvPr id="11" name="Gruppieren 1">
            <a:extLst>
              <a:ext uri="{FF2B5EF4-FFF2-40B4-BE49-F238E27FC236}">
                <a16:creationId xmlns:a16="http://schemas.microsoft.com/office/drawing/2014/main" id="{B2E985E2-096C-6DB2-91CD-DA0F810500A7}"/>
              </a:ext>
            </a:extLst>
          </p:cNvPr>
          <p:cNvGrpSpPr/>
          <p:nvPr/>
        </p:nvGrpSpPr>
        <p:grpSpPr>
          <a:xfrm>
            <a:off x="300137" y="6080281"/>
            <a:ext cx="6036945" cy="532765"/>
            <a:chOff x="0" y="0"/>
            <a:chExt cx="6036945" cy="532765"/>
          </a:xfrm>
        </p:grpSpPr>
        <p:pic>
          <p:nvPicPr>
            <p:cNvPr id="12" name="Grafik 4" descr="Ein Bild, das Grafiken, Grafikdesign, Screenshot, Farbigkeit enthält.">
              <a:extLst>
                <a:ext uri="{FF2B5EF4-FFF2-40B4-BE49-F238E27FC236}">
                  <a16:creationId xmlns:a16="http://schemas.microsoft.com/office/drawing/2014/main" id="{89C272B1-492E-554F-CED2-98C52C742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8750" y="0"/>
              <a:ext cx="1076325" cy="5327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rafik 6" descr="Ein Bild, das Grafiken, Schrift, Grafikdesign, Logo enthält.&#10;&#10;KI-generierte Inhalte können fehlerhaft sein.">
              <a:extLst>
                <a:ext uri="{FF2B5EF4-FFF2-40B4-BE49-F238E27FC236}">
                  <a16:creationId xmlns:a16="http://schemas.microsoft.com/office/drawing/2014/main" id="{7D2E9774-4832-BD27-2EE9-0B5A14CE2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95250"/>
              <a:ext cx="1158875" cy="4241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rafik 7" descr="Ein Bild, das Grafiken, Logo, Schrift, Grafikdesign enthält.&#10;&#10;KI-generierte Inhalte können fehlerhaft sein.">
              <a:extLst>
                <a:ext uri="{FF2B5EF4-FFF2-40B4-BE49-F238E27FC236}">
                  <a16:creationId xmlns:a16="http://schemas.microsoft.com/office/drawing/2014/main" id="{AD33C366-6E89-627C-7724-69C546CA7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3350" y="203200"/>
              <a:ext cx="1454150" cy="298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rafik 8" descr="Ein Bild, das Schrift, Grafiken, Grafikdesign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367E8980-E1FB-CE57-9F97-B667AF3066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3550" y="215900"/>
              <a:ext cx="1763395" cy="21907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714644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E61CA-D0F9-E2E0-E1D8-14ABACA49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5074325F-B500-0B81-D3B9-5C8CA8D0916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1620981"/>
            <a:ext cx="9247909" cy="4972287"/>
          </a:xfrm>
        </p:spPr>
        <p:txBody>
          <a:bodyPr/>
          <a:lstStyle/>
          <a:p>
            <a:pPr marL="0" indent="0">
              <a:buNone/>
            </a:pP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1. EDIFACT UTILTS</a:t>
            </a:r>
            <a:b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2. REST API</a:t>
            </a:r>
            <a:b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3. System-Architektur</a:t>
            </a:r>
            <a:b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4. Geschäftsprozesse</a:t>
            </a:r>
            <a:b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5. Live Demo</a:t>
            </a:r>
            <a:b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6. Nutzen &amp; Mehrwert</a:t>
            </a:r>
            <a:b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7. Nächste Schritte</a:t>
            </a: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2FE78C6D-6459-40B5-514E-A38B577C23CB}"/>
              </a:ext>
            </a:extLst>
          </p:cNvPr>
          <p:cNvSpPr txBox="1"/>
          <p:nvPr/>
        </p:nvSpPr>
        <p:spPr>
          <a:xfrm>
            <a:off x="10540314" y="49427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CCD9EFE5-93F2-A60D-76BA-2BC9C79B752B}"/>
              </a:ext>
            </a:extLst>
          </p:cNvPr>
          <p:cNvSpPr txBox="1"/>
          <p:nvPr/>
        </p:nvSpPr>
        <p:spPr>
          <a:xfrm>
            <a:off x="10972800" y="4201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543A15E8-1E48-8CB9-BE6E-6A2D7ED7E835}"/>
              </a:ext>
            </a:extLst>
          </p:cNvPr>
          <p:cNvSpPr txBox="1"/>
          <p:nvPr/>
        </p:nvSpPr>
        <p:spPr>
          <a:xfrm>
            <a:off x="10639168" y="49427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A0C5B243-C867-0E83-9CD1-AD1D51A1A97E}"/>
              </a:ext>
            </a:extLst>
          </p:cNvPr>
          <p:cNvSpPr txBox="1"/>
          <p:nvPr/>
        </p:nvSpPr>
        <p:spPr>
          <a:xfrm>
            <a:off x="10869930" y="50292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grpSp>
        <p:nvGrpSpPr>
          <p:cNvPr id="7" name="Gruppieren 1">
            <a:extLst>
              <a:ext uri="{FF2B5EF4-FFF2-40B4-BE49-F238E27FC236}">
                <a16:creationId xmlns:a16="http://schemas.microsoft.com/office/drawing/2014/main" id="{7C5AFA1A-4FC1-6422-B649-66CC569C457C}"/>
              </a:ext>
            </a:extLst>
          </p:cNvPr>
          <p:cNvGrpSpPr/>
          <p:nvPr/>
        </p:nvGrpSpPr>
        <p:grpSpPr>
          <a:xfrm>
            <a:off x="227400" y="6060503"/>
            <a:ext cx="6036945" cy="532765"/>
            <a:chOff x="0" y="0"/>
            <a:chExt cx="6036945" cy="532765"/>
          </a:xfrm>
        </p:grpSpPr>
        <p:pic>
          <p:nvPicPr>
            <p:cNvPr id="8" name="Grafik 4" descr="Ein Bild, das Grafiken, Grafikdesign, Screenshot, Farbigkeit enthält.">
              <a:extLst>
                <a:ext uri="{FF2B5EF4-FFF2-40B4-BE49-F238E27FC236}">
                  <a16:creationId xmlns:a16="http://schemas.microsoft.com/office/drawing/2014/main" id="{6D440187-04F2-BD2C-295E-AE783E4CC3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8750" y="0"/>
              <a:ext cx="1076325" cy="5327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rafik 6" descr="Ein Bild, das Grafiken, Schrift, Grafikdesign, Logo enthält.&#10;&#10;KI-generierte Inhalte können fehlerhaft sein.">
              <a:extLst>
                <a:ext uri="{FF2B5EF4-FFF2-40B4-BE49-F238E27FC236}">
                  <a16:creationId xmlns:a16="http://schemas.microsoft.com/office/drawing/2014/main" id="{B4EEEE4E-F6B6-E901-11C4-8A48B2C502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95250"/>
              <a:ext cx="1158875" cy="4241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rafik 7" descr="Ein Bild, das Grafiken, Logo, Schrift, Grafikdesign enthält.&#10;&#10;KI-generierte Inhalte können fehlerhaft sein.">
              <a:extLst>
                <a:ext uri="{FF2B5EF4-FFF2-40B4-BE49-F238E27FC236}">
                  <a16:creationId xmlns:a16="http://schemas.microsoft.com/office/drawing/2014/main" id="{B7E802FA-9572-F236-A7C4-1FEF933191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3350" y="203200"/>
              <a:ext cx="1454150" cy="298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rafik 8" descr="Ein Bild, das Schrift, Grafiken, Grafikdesign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2D21BDCC-EDA4-C8DF-1B6E-B169A317B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3550" y="215900"/>
              <a:ext cx="1763395" cy="21907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225406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4C89B-F7C1-425F-6E18-3110A1E16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64731"/>
            <a:ext cx="9448800" cy="838200"/>
          </a:xfrm>
        </p:spPr>
        <p:txBody>
          <a:bodyPr/>
          <a:lstStyle/>
          <a:p>
            <a:r>
              <a:rPr lang="en-US" dirty="0"/>
              <a:t>EDIFACT UTILTS</a:t>
            </a:r>
            <a:endParaRPr lang="en-BE"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C9055381-2DB7-3372-5743-46EC21AAF2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1203524"/>
            <a:ext cx="9247909" cy="4972287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Aktuelle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Herausforderungen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❌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Kryptische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schwer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lesbare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Nachrichten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❌ Schritt-für-Schritt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Übermittlung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jeder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Schritt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braucht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ID)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❌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Schwierig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zu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debuggen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und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validieren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❌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Spezialwissen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für EDI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erforderlich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❌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Veraltete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Technologie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❌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Zeitaufwändig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2-3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Stunden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pro Formel</a:t>
            </a:r>
            <a:endParaRPr lang="en-B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CF48E0FB-739F-EF7C-1554-1B5AF44889CE}"/>
              </a:ext>
            </a:extLst>
          </p:cNvPr>
          <p:cNvSpPr txBox="1"/>
          <p:nvPr/>
        </p:nvSpPr>
        <p:spPr>
          <a:xfrm>
            <a:off x="10540314" y="49427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EA78E121-CA89-4E2E-D071-4A70E323C745}"/>
              </a:ext>
            </a:extLst>
          </p:cNvPr>
          <p:cNvSpPr txBox="1"/>
          <p:nvPr/>
        </p:nvSpPr>
        <p:spPr>
          <a:xfrm>
            <a:off x="10972800" y="4201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DDA40B12-35C5-57EF-305B-C96610539F6F}"/>
              </a:ext>
            </a:extLst>
          </p:cNvPr>
          <p:cNvSpPr txBox="1"/>
          <p:nvPr/>
        </p:nvSpPr>
        <p:spPr>
          <a:xfrm>
            <a:off x="10639168" y="49427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C637A999-3F1C-666B-2FF2-329344978917}"/>
              </a:ext>
            </a:extLst>
          </p:cNvPr>
          <p:cNvSpPr txBox="1"/>
          <p:nvPr/>
        </p:nvSpPr>
        <p:spPr>
          <a:xfrm>
            <a:off x="10869930" y="50292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grpSp>
        <p:nvGrpSpPr>
          <p:cNvPr id="7" name="Gruppieren 1">
            <a:extLst>
              <a:ext uri="{FF2B5EF4-FFF2-40B4-BE49-F238E27FC236}">
                <a16:creationId xmlns:a16="http://schemas.microsoft.com/office/drawing/2014/main" id="{9201A8E0-4FB5-604E-E969-F4EE05973DBF}"/>
              </a:ext>
            </a:extLst>
          </p:cNvPr>
          <p:cNvGrpSpPr/>
          <p:nvPr/>
        </p:nvGrpSpPr>
        <p:grpSpPr>
          <a:xfrm>
            <a:off x="570300" y="6060503"/>
            <a:ext cx="6036945" cy="532765"/>
            <a:chOff x="0" y="0"/>
            <a:chExt cx="6036945" cy="532765"/>
          </a:xfrm>
        </p:grpSpPr>
        <p:pic>
          <p:nvPicPr>
            <p:cNvPr id="8" name="Grafik 4" descr="Ein Bild, das Grafiken, Grafikdesign, Screenshot, Farbigkeit enthält.">
              <a:extLst>
                <a:ext uri="{FF2B5EF4-FFF2-40B4-BE49-F238E27FC236}">
                  <a16:creationId xmlns:a16="http://schemas.microsoft.com/office/drawing/2014/main" id="{C62255E5-4B20-8DC4-08DE-6016C19F6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8750" y="0"/>
              <a:ext cx="1076325" cy="5327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rafik 6" descr="Ein Bild, das Grafiken, Schrift, Grafikdesign, Logo enthält.&#10;&#10;KI-generierte Inhalte können fehlerhaft sein.">
              <a:extLst>
                <a:ext uri="{FF2B5EF4-FFF2-40B4-BE49-F238E27FC236}">
                  <a16:creationId xmlns:a16="http://schemas.microsoft.com/office/drawing/2014/main" id="{95B22282-1FC2-CDC4-53D2-D5C5CE00B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95250"/>
              <a:ext cx="1158875" cy="4241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rafik 7" descr="Ein Bild, das Grafiken, Logo, Schrift, Grafikdesign enthält.&#10;&#10;KI-generierte Inhalte können fehlerhaft sein.">
              <a:extLst>
                <a:ext uri="{FF2B5EF4-FFF2-40B4-BE49-F238E27FC236}">
                  <a16:creationId xmlns:a16="http://schemas.microsoft.com/office/drawing/2014/main" id="{67A29A5A-E466-20F1-E93C-C294DB9E1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3350" y="203200"/>
              <a:ext cx="1454150" cy="298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rafik 8" descr="Ein Bild, das Schrift, Grafiken, Grafikdesign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6F6C0CDE-D485-7611-7582-224AA714F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3550" y="215900"/>
              <a:ext cx="1763395" cy="21907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375041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29ACE-226F-864E-B298-D1D75FF94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BD2FD-4E1B-FBCD-FED2-3B83BE94B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64731"/>
            <a:ext cx="9448800" cy="838200"/>
          </a:xfrm>
        </p:spPr>
        <p:txBody>
          <a:bodyPr/>
          <a:lstStyle/>
          <a:p>
            <a:r>
              <a:rPr lang="nl-BE" dirty="0"/>
              <a:t>Aktueller Prozess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CEE9D13C-A32A-5E17-CDF5-4D6B611F6E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10696" y="2755026"/>
            <a:ext cx="9029700" cy="2985801"/>
          </a:xfrm>
        </p:spPr>
        <p:txBody>
          <a:bodyPr/>
          <a:lstStyle/>
          <a:p>
            <a:pPr marL="0" indent="0">
              <a:buNone/>
            </a:pPr>
            <a:r>
              <a:rPr lang="nl-BE" dirty="0"/>
              <a:t>Beispiel EDIFACT Code:</a:t>
            </a:r>
            <a:br>
              <a:rPr lang="nl-BE" dirty="0"/>
            </a:br>
            <a:r>
              <a:rPr lang="nl-BE" b="1" dirty="0">
                <a:latin typeface="Courier New" panose="02070309020205020404" pitchFamily="49" charset="0"/>
                <a:cs typeface="Courier New" panose="02070309020205020404" pitchFamily="49" charset="0"/>
              </a:rPr>
              <a:t>LOC+172+:::10YDE-EON------W::289'</a:t>
            </a:r>
            <a:br>
              <a:rPr lang="nl-BE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b="1" dirty="0">
                <a:latin typeface="Courier New" panose="02070309020205020404" pitchFamily="49" charset="0"/>
                <a:cs typeface="Courier New" panose="02070309020205020404" pitchFamily="49" charset="0"/>
              </a:rPr>
              <a:t>FCA+SEQ+++1'</a:t>
            </a:r>
            <a:br>
              <a:rPr lang="nl-BE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b="1" dirty="0">
                <a:latin typeface="Courier New" panose="02070309020205020404" pitchFamily="49" charset="0"/>
                <a:cs typeface="Courier New" panose="02070309020205020404" pitchFamily="49" charset="0"/>
              </a:rPr>
              <a:t>CCI+Z01'</a:t>
            </a:r>
            <a:br>
              <a:rPr lang="nl-BE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b="1" dirty="0">
                <a:latin typeface="Courier New" panose="02070309020205020404" pitchFamily="49" charset="0"/>
                <a:cs typeface="Courier New" panose="02070309020205020404" pitchFamily="49" charset="0"/>
              </a:rPr>
              <a:t>CAV+FAKTOR::ZD1+1</a:t>
            </a: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2323B975-CB4F-783C-9290-930D04239D18}"/>
              </a:ext>
            </a:extLst>
          </p:cNvPr>
          <p:cNvSpPr txBox="1"/>
          <p:nvPr/>
        </p:nvSpPr>
        <p:spPr>
          <a:xfrm>
            <a:off x="10540314" y="49427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14D3BDF9-45E4-1BDD-0742-CAA85F1B7E7B}"/>
              </a:ext>
            </a:extLst>
          </p:cNvPr>
          <p:cNvSpPr txBox="1"/>
          <p:nvPr/>
        </p:nvSpPr>
        <p:spPr>
          <a:xfrm>
            <a:off x="10972800" y="4201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D6C398C5-4BA5-FB3F-CE71-4836FE9C0028}"/>
              </a:ext>
            </a:extLst>
          </p:cNvPr>
          <p:cNvSpPr txBox="1"/>
          <p:nvPr/>
        </p:nvSpPr>
        <p:spPr>
          <a:xfrm>
            <a:off x="10639168" y="49427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467F7415-5922-C121-CD37-2935EF68A543}"/>
              </a:ext>
            </a:extLst>
          </p:cNvPr>
          <p:cNvSpPr txBox="1"/>
          <p:nvPr/>
        </p:nvSpPr>
        <p:spPr>
          <a:xfrm>
            <a:off x="10869930" y="50292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grpSp>
        <p:nvGrpSpPr>
          <p:cNvPr id="7" name="Gruppieren 1">
            <a:extLst>
              <a:ext uri="{FF2B5EF4-FFF2-40B4-BE49-F238E27FC236}">
                <a16:creationId xmlns:a16="http://schemas.microsoft.com/office/drawing/2014/main" id="{5B2D4272-44B7-6306-8A9F-48B97BED4A70}"/>
              </a:ext>
            </a:extLst>
          </p:cNvPr>
          <p:cNvGrpSpPr/>
          <p:nvPr/>
        </p:nvGrpSpPr>
        <p:grpSpPr>
          <a:xfrm>
            <a:off x="570300" y="6060503"/>
            <a:ext cx="6036945" cy="532765"/>
            <a:chOff x="0" y="0"/>
            <a:chExt cx="6036945" cy="532765"/>
          </a:xfrm>
        </p:grpSpPr>
        <p:pic>
          <p:nvPicPr>
            <p:cNvPr id="8" name="Grafik 4" descr="Ein Bild, das Grafiken, Grafikdesign, Screenshot, Farbigkeit enthält.">
              <a:extLst>
                <a:ext uri="{FF2B5EF4-FFF2-40B4-BE49-F238E27FC236}">
                  <a16:creationId xmlns:a16="http://schemas.microsoft.com/office/drawing/2014/main" id="{2AC60041-C1AA-0FE6-B645-EBC0579831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8750" y="0"/>
              <a:ext cx="1076325" cy="5327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rafik 6" descr="Ein Bild, das Grafiken, Schrift, Grafikdesign, Logo enthält.&#10;&#10;KI-generierte Inhalte können fehlerhaft sein.">
              <a:extLst>
                <a:ext uri="{FF2B5EF4-FFF2-40B4-BE49-F238E27FC236}">
                  <a16:creationId xmlns:a16="http://schemas.microsoft.com/office/drawing/2014/main" id="{FFB71415-E3C6-8F18-4E9C-BE0D9D763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95250"/>
              <a:ext cx="1158875" cy="4241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rafik 7" descr="Ein Bild, das Grafiken, Logo, Schrift, Grafikdesign enthält.&#10;&#10;KI-generierte Inhalte können fehlerhaft sein.">
              <a:extLst>
                <a:ext uri="{FF2B5EF4-FFF2-40B4-BE49-F238E27FC236}">
                  <a16:creationId xmlns:a16="http://schemas.microsoft.com/office/drawing/2014/main" id="{BC6D2DC7-7FFB-87CD-ADCE-CB47D23BC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3350" y="203200"/>
              <a:ext cx="1454150" cy="298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rafik 8" descr="Ein Bild, das Schrift, Grafiken, Grafikdesign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520D22A5-8C0F-38B3-48E6-32C174E32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3550" y="215900"/>
              <a:ext cx="1763395" cy="219075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EB7C0F32-BB5B-4A5B-EE2D-CB22CDF9F0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2891374"/>
              </p:ext>
            </p:extLst>
          </p:nvPr>
        </p:nvGraphicFramePr>
        <p:xfrm>
          <a:off x="1977026" y="1393950"/>
          <a:ext cx="7497041" cy="838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874104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DC8BA-4951-1AA8-31DC-F5ED2DE8E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01352-F27B-7340-1A64-15FC3D88E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64731"/>
            <a:ext cx="9448800" cy="838200"/>
          </a:xfrm>
        </p:spPr>
        <p:txBody>
          <a:bodyPr/>
          <a:lstStyle/>
          <a:p>
            <a:r>
              <a:rPr lang="nl-BE" i="1" dirty="0"/>
              <a:t>Die Lösung - REST API</a:t>
            </a:r>
            <a:endParaRPr lang="nl-BE" dirty="0"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F1F5F752-4C80-3ECD-EC4B-7454DF6979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9737" y="2154245"/>
            <a:ext cx="9029700" cy="2985801"/>
          </a:xfrm>
        </p:spPr>
        <p:txBody>
          <a:bodyPr/>
          <a:lstStyle/>
          <a:p>
            <a:pPr marL="0" indent="0">
              <a:buNone/>
            </a:pPr>
            <a:r>
              <a:rPr lang="nl-BE" dirty="0"/>
              <a:t>✅ Klare, strukturierte JSON-Nachrichten</a:t>
            </a:r>
            <a:br>
              <a:rPr lang="nl-BE" dirty="0"/>
            </a:br>
            <a:r>
              <a:rPr lang="nl-BE" dirty="0"/>
              <a:t>✅ Komplette Formel in einem Request</a:t>
            </a:r>
            <a:br>
              <a:rPr lang="nl-BE" dirty="0"/>
            </a:br>
            <a:r>
              <a:rPr lang="nl-BE" dirty="0"/>
              <a:t>✅ Echtzeit-Validierung</a:t>
            </a:r>
            <a:br>
              <a:rPr lang="nl-BE" dirty="0"/>
            </a:br>
            <a:r>
              <a:rPr lang="nl-BE" dirty="0"/>
              <a:t>✅ Standard HTTP/REST Tools</a:t>
            </a:r>
            <a:br>
              <a:rPr lang="nl-BE" dirty="0"/>
            </a:br>
            <a:r>
              <a:rPr lang="nl-BE" dirty="0"/>
              <a:t>✅ Moderne Entwickler-Erfahrung</a:t>
            </a:r>
            <a:br>
              <a:rPr lang="nl-BE" dirty="0"/>
            </a:br>
            <a:r>
              <a:rPr lang="nl-BE" dirty="0"/>
              <a:t>✅ Zeitersparnis: ~10 Minuten pro Formel</a:t>
            </a: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587C07F8-A0AD-9EA7-1D32-AF7ADD6F9707}"/>
              </a:ext>
            </a:extLst>
          </p:cNvPr>
          <p:cNvSpPr txBox="1"/>
          <p:nvPr/>
        </p:nvSpPr>
        <p:spPr>
          <a:xfrm>
            <a:off x="10540314" y="49427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CC235ED8-51BB-A467-2418-19B633AE27E2}"/>
              </a:ext>
            </a:extLst>
          </p:cNvPr>
          <p:cNvSpPr txBox="1"/>
          <p:nvPr/>
        </p:nvSpPr>
        <p:spPr>
          <a:xfrm>
            <a:off x="10972800" y="4201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E5678DE5-2C3A-4664-DA9F-03C464B5FE61}"/>
              </a:ext>
            </a:extLst>
          </p:cNvPr>
          <p:cNvSpPr txBox="1"/>
          <p:nvPr/>
        </p:nvSpPr>
        <p:spPr>
          <a:xfrm>
            <a:off x="10639168" y="49427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5D30D977-6CE1-D791-2D63-AD5D2D55FF77}"/>
              </a:ext>
            </a:extLst>
          </p:cNvPr>
          <p:cNvSpPr txBox="1"/>
          <p:nvPr/>
        </p:nvSpPr>
        <p:spPr>
          <a:xfrm>
            <a:off x="10869930" y="50292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grpSp>
        <p:nvGrpSpPr>
          <p:cNvPr id="7" name="Gruppieren 1">
            <a:extLst>
              <a:ext uri="{FF2B5EF4-FFF2-40B4-BE49-F238E27FC236}">
                <a16:creationId xmlns:a16="http://schemas.microsoft.com/office/drawing/2014/main" id="{5D8F201B-C4FF-99D1-57A6-7E204A8B6C59}"/>
              </a:ext>
            </a:extLst>
          </p:cNvPr>
          <p:cNvGrpSpPr/>
          <p:nvPr/>
        </p:nvGrpSpPr>
        <p:grpSpPr>
          <a:xfrm>
            <a:off x="570300" y="6060503"/>
            <a:ext cx="6036945" cy="532765"/>
            <a:chOff x="0" y="0"/>
            <a:chExt cx="6036945" cy="532765"/>
          </a:xfrm>
        </p:grpSpPr>
        <p:pic>
          <p:nvPicPr>
            <p:cNvPr id="8" name="Grafik 4" descr="Ein Bild, das Grafiken, Grafikdesign, Screenshot, Farbigkeit enthält.">
              <a:extLst>
                <a:ext uri="{FF2B5EF4-FFF2-40B4-BE49-F238E27FC236}">
                  <a16:creationId xmlns:a16="http://schemas.microsoft.com/office/drawing/2014/main" id="{370F1EA3-2ADD-9E48-245E-3AEA4E564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8750" y="0"/>
              <a:ext cx="1076325" cy="5327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rafik 6" descr="Ein Bild, das Grafiken, Schrift, Grafikdesign, Logo enthält.&#10;&#10;KI-generierte Inhalte können fehlerhaft sein.">
              <a:extLst>
                <a:ext uri="{FF2B5EF4-FFF2-40B4-BE49-F238E27FC236}">
                  <a16:creationId xmlns:a16="http://schemas.microsoft.com/office/drawing/2014/main" id="{EAA25F32-EB5F-C06B-914F-50132B24D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95250"/>
              <a:ext cx="1158875" cy="4241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rafik 7" descr="Ein Bild, das Grafiken, Logo, Schrift, Grafikdesign enthält.&#10;&#10;KI-generierte Inhalte können fehlerhaft sein.">
              <a:extLst>
                <a:ext uri="{FF2B5EF4-FFF2-40B4-BE49-F238E27FC236}">
                  <a16:creationId xmlns:a16="http://schemas.microsoft.com/office/drawing/2014/main" id="{00B81284-361B-0CF5-0B1F-BA7C3BDED8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3350" y="203200"/>
              <a:ext cx="1454150" cy="298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rafik 8" descr="Ein Bild, das Schrift, Grafiken, Grafikdesign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F4A6523F-D220-1754-D0B0-A8C8EEEA0B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3550" y="215900"/>
              <a:ext cx="1763395" cy="219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Tekstvak 12">
            <a:extLst>
              <a:ext uri="{FF2B5EF4-FFF2-40B4-BE49-F238E27FC236}">
                <a16:creationId xmlns:a16="http://schemas.microsoft.com/office/drawing/2014/main" id="{D3AE91AA-6130-67A9-C776-DB022C940690}"/>
              </a:ext>
            </a:extLst>
          </p:cNvPr>
          <p:cNvSpPr txBox="1"/>
          <p:nvPr/>
        </p:nvSpPr>
        <p:spPr>
          <a:xfrm>
            <a:off x="920994" y="1638507"/>
            <a:ext cx="6099462" cy="48013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nl-BE" dirty="0"/>
              <a:t>Moderne Alternative</a:t>
            </a:r>
          </a:p>
        </p:txBody>
      </p:sp>
    </p:spTree>
    <p:extLst>
      <p:ext uri="{BB962C8B-B14F-4D97-AF65-F5344CB8AC3E}">
        <p14:creationId xmlns:p14="http://schemas.microsoft.com/office/powerpoint/2010/main" val="765447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EECE2-E3F0-4B4B-488C-0C68BCC47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4DD24-27FC-C0C8-FF66-9B4C81FC6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64731"/>
            <a:ext cx="9448800" cy="838200"/>
          </a:xfrm>
        </p:spPr>
        <p:txBody>
          <a:bodyPr/>
          <a:lstStyle/>
          <a:p>
            <a:r>
              <a:rPr lang="nl-BE" dirty="0"/>
              <a:t>Geschäftsprozesse</a:t>
            </a: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ACA5EB2E-6A3D-87CF-5C6A-9CFFD474CB5F}"/>
              </a:ext>
            </a:extLst>
          </p:cNvPr>
          <p:cNvSpPr txBox="1"/>
          <p:nvPr/>
        </p:nvSpPr>
        <p:spPr>
          <a:xfrm>
            <a:off x="10540314" y="49427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308F007C-E56A-281B-5676-5914D6305A95}"/>
              </a:ext>
            </a:extLst>
          </p:cNvPr>
          <p:cNvSpPr txBox="1"/>
          <p:nvPr/>
        </p:nvSpPr>
        <p:spPr>
          <a:xfrm>
            <a:off x="10972800" y="4201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39FA5F63-3761-F2CE-BA03-007CE82668AA}"/>
              </a:ext>
            </a:extLst>
          </p:cNvPr>
          <p:cNvSpPr txBox="1"/>
          <p:nvPr/>
        </p:nvSpPr>
        <p:spPr>
          <a:xfrm>
            <a:off x="10639168" y="49427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333FB04A-662B-21C5-ADF2-1869CD2034BA}"/>
              </a:ext>
            </a:extLst>
          </p:cNvPr>
          <p:cNvSpPr txBox="1"/>
          <p:nvPr/>
        </p:nvSpPr>
        <p:spPr>
          <a:xfrm>
            <a:off x="10869930" y="50292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grpSp>
        <p:nvGrpSpPr>
          <p:cNvPr id="7" name="Gruppieren 1">
            <a:extLst>
              <a:ext uri="{FF2B5EF4-FFF2-40B4-BE49-F238E27FC236}">
                <a16:creationId xmlns:a16="http://schemas.microsoft.com/office/drawing/2014/main" id="{5B11F4DD-1CFD-4B72-8F8B-AD5FDB364FFC}"/>
              </a:ext>
            </a:extLst>
          </p:cNvPr>
          <p:cNvGrpSpPr/>
          <p:nvPr/>
        </p:nvGrpSpPr>
        <p:grpSpPr>
          <a:xfrm>
            <a:off x="570300" y="6060503"/>
            <a:ext cx="6036945" cy="532765"/>
            <a:chOff x="0" y="0"/>
            <a:chExt cx="6036945" cy="532765"/>
          </a:xfrm>
        </p:grpSpPr>
        <p:pic>
          <p:nvPicPr>
            <p:cNvPr id="8" name="Grafik 4" descr="Ein Bild, das Grafiken, Grafikdesign, Screenshot, Farbigkeit enthält.">
              <a:extLst>
                <a:ext uri="{FF2B5EF4-FFF2-40B4-BE49-F238E27FC236}">
                  <a16:creationId xmlns:a16="http://schemas.microsoft.com/office/drawing/2014/main" id="{C039E388-5AD3-4363-3294-8E3F6CDFA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8750" y="0"/>
              <a:ext cx="1076325" cy="5327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rafik 6" descr="Ein Bild, das Grafiken, Schrift, Grafikdesign, Logo enthält.&#10;&#10;KI-generierte Inhalte können fehlerhaft sein.">
              <a:extLst>
                <a:ext uri="{FF2B5EF4-FFF2-40B4-BE49-F238E27FC236}">
                  <a16:creationId xmlns:a16="http://schemas.microsoft.com/office/drawing/2014/main" id="{70F627A0-A58B-7570-EE3D-5CEED746B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95250"/>
              <a:ext cx="1158875" cy="4241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rafik 7" descr="Ein Bild, das Grafiken, Logo, Schrift, Grafikdesign enthält.&#10;&#10;KI-generierte Inhalte können fehlerhaft sein.">
              <a:extLst>
                <a:ext uri="{FF2B5EF4-FFF2-40B4-BE49-F238E27FC236}">
                  <a16:creationId xmlns:a16="http://schemas.microsoft.com/office/drawing/2014/main" id="{3180079F-0D50-69EF-4D3C-C5D5B32F6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3350" y="203200"/>
              <a:ext cx="1454150" cy="298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rafik 8" descr="Ein Bild, das Schrift, Grafiken, Grafikdesign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009312D7-936F-D1A2-22C1-49113E2D41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3550" y="215900"/>
              <a:ext cx="1763395" cy="219075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9638D3BD-A174-2AE0-C3D4-003C0281F1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3455878"/>
              </p:ext>
            </p:extLst>
          </p:nvPr>
        </p:nvGraphicFramePr>
        <p:xfrm>
          <a:off x="1420090" y="1286504"/>
          <a:ext cx="10280073" cy="46882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6033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C468F-3CD5-4957-6B3F-19364D710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AE5C8-54AE-2F7A-9015-962B487CD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64731"/>
            <a:ext cx="9448800" cy="838200"/>
          </a:xfrm>
        </p:spPr>
        <p:txBody>
          <a:bodyPr/>
          <a:lstStyle/>
          <a:p>
            <a:r>
              <a:rPr lang="nl-BE" i="1" dirty="0"/>
              <a:t>System Context</a:t>
            </a:r>
            <a:endParaRPr lang="nl-BE" dirty="0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2EF5501D-74D8-B2E7-228B-E80E3FC7CF39}"/>
              </a:ext>
            </a:extLst>
          </p:cNvPr>
          <p:cNvSpPr txBox="1"/>
          <p:nvPr/>
        </p:nvSpPr>
        <p:spPr>
          <a:xfrm>
            <a:off x="10540314" y="49427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4C70A8F1-7882-FCD6-5195-FFF4FDE2E598}"/>
              </a:ext>
            </a:extLst>
          </p:cNvPr>
          <p:cNvSpPr txBox="1"/>
          <p:nvPr/>
        </p:nvSpPr>
        <p:spPr>
          <a:xfrm>
            <a:off x="10972800" y="4201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234E2567-6DD3-1A5E-A521-72F5FF5BF1E2}"/>
              </a:ext>
            </a:extLst>
          </p:cNvPr>
          <p:cNvSpPr txBox="1"/>
          <p:nvPr/>
        </p:nvSpPr>
        <p:spPr>
          <a:xfrm>
            <a:off x="10639168" y="49427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DF3514F2-28B2-CD9B-C22F-D5FD4C809627}"/>
              </a:ext>
            </a:extLst>
          </p:cNvPr>
          <p:cNvSpPr txBox="1"/>
          <p:nvPr/>
        </p:nvSpPr>
        <p:spPr>
          <a:xfrm>
            <a:off x="10869930" y="50292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grpSp>
        <p:nvGrpSpPr>
          <p:cNvPr id="7" name="Gruppieren 1">
            <a:extLst>
              <a:ext uri="{FF2B5EF4-FFF2-40B4-BE49-F238E27FC236}">
                <a16:creationId xmlns:a16="http://schemas.microsoft.com/office/drawing/2014/main" id="{5950083A-71D8-76D8-FBF5-78D54F96CE9B}"/>
              </a:ext>
            </a:extLst>
          </p:cNvPr>
          <p:cNvGrpSpPr/>
          <p:nvPr/>
        </p:nvGrpSpPr>
        <p:grpSpPr>
          <a:xfrm>
            <a:off x="570300" y="6060503"/>
            <a:ext cx="6036945" cy="532765"/>
            <a:chOff x="0" y="0"/>
            <a:chExt cx="6036945" cy="532765"/>
          </a:xfrm>
        </p:grpSpPr>
        <p:pic>
          <p:nvPicPr>
            <p:cNvPr id="8" name="Grafik 4" descr="Ein Bild, das Grafiken, Grafikdesign, Screenshot, Farbigkeit enthält.">
              <a:extLst>
                <a:ext uri="{FF2B5EF4-FFF2-40B4-BE49-F238E27FC236}">
                  <a16:creationId xmlns:a16="http://schemas.microsoft.com/office/drawing/2014/main" id="{2EBA0FC3-6881-80FE-E847-3F83512D1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8750" y="0"/>
              <a:ext cx="1076325" cy="5327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rafik 6" descr="Ein Bild, das Grafiken, Schrift, Grafikdesign, Logo enthält.&#10;&#10;KI-generierte Inhalte können fehlerhaft sein.">
              <a:extLst>
                <a:ext uri="{FF2B5EF4-FFF2-40B4-BE49-F238E27FC236}">
                  <a16:creationId xmlns:a16="http://schemas.microsoft.com/office/drawing/2014/main" id="{65A27791-8489-567E-63D1-34E2F7E0E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95250"/>
              <a:ext cx="1158875" cy="4241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rafik 7" descr="Ein Bild, das Grafiken, Logo, Schrift, Grafikdesign enthält.&#10;&#10;KI-generierte Inhalte können fehlerhaft sein.">
              <a:extLst>
                <a:ext uri="{FF2B5EF4-FFF2-40B4-BE49-F238E27FC236}">
                  <a16:creationId xmlns:a16="http://schemas.microsoft.com/office/drawing/2014/main" id="{AAC91A95-3EEA-79FA-5EFE-61CEBEF8B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3350" y="203200"/>
              <a:ext cx="1454150" cy="298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rafik 8" descr="Ein Bild, das Schrift, Grafiken, Grafikdesign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4606C7D2-B86C-25B7-B95F-8A7A191C7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3550" y="215900"/>
              <a:ext cx="1763395" cy="219075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3D3B34C8-87AD-AF97-899F-52330F10BB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9184253"/>
              </p:ext>
            </p:extLst>
          </p:nvPr>
        </p:nvGraphicFramePr>
        <p:xfrm>
          <a:off x="1420091" y="1286504"/>
          <a:ext cx="9351818" cy="36368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16354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FF6B1-E31F-135B-CF7C-6BC8B87AA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E1A05-1FFC-5BC3-8103-3E0E0DC30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64731"/>
            <a:ext cx="9448800" cy="838200"/>
          </a:xfrm>
        </p:spPr>
        <p:txBody>
          <a:bodyPr>
            <a:normAutofit/>
          </a:bodyPr>
          <a:lstStyle/>
          <a:p>
            <a:r>
              <a:rPr lang="nl-BE" i="1" dirty="0"/>
              <a:t>Anwendungskomponenten</a:t>
            </a:r>
            <a:endParaRPr lang="nl-BE" dirty="0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94449E4B-7466-6F02-FF1D-E966354CD59D}"/>
              </a:ext>
            </a:extLst>
          </p:cNvPr>
          <p:cNvSpPr txBox="1"/>
          <p:nvPr/>
        </p:nvSpPr>
        <p:spPr>
          <a:xfrm>
            <a:off x="10540314" y="49427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99BE2CAA-845C-3DC1-2444-3F8C700A63BB}"/>
              </a:ext>
            </a:extLst>
          </p:cNvPr>
          <p:cNvSpPr txBox="1"/>
          <p:nvPr/>
        </p:nvSpPr>
        <p:spPr>
          <a:xfrm>
            <a:off x="10972800" y="4201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1FCD38EE-64F0-7D5A-949C-4862BA07B712}"/>
              </a:ext>
            </a:extLst>
          </p:cNvPr>
          <p:cNvSpPr txBox="1"/>
          <p:nvPr/>
        </p:nvSpPr>
        <p:spPr>
          <a:xfrm>
            <a:off x="10639168" y="49427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671F06B5-FD91-93D2-DA88-F163A17C81F1}"/>
              </a:ext>
            </a:extLst>
          </p:cNvPr>
          <p:cNvSpPr txBox="1"/>
          <p:nvPr/>
        </p:nvSpPr>
        <p:spPr>
          <a:xfrm>
            <a:off x="10869930" y="50292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grpSp>
        <p:nvGrpSpPr>
          <p:cNvPr id="7" name="Gruppieren 1">
            <a:extLst>
              <a:ext uri="{FF2B5EF4-FFF2-40B4-BE49-F238E27FC236}">
                <a16:creationId xmlns:a16="http://schemas.microsoft.com/office/drawing/2014/main" id="{23245E49-839B-7A90-FE13-15E5B125E723}"/>
              </a:ext>
            </a:extLst>
          </p:cNvPr>
          <p:cNvGrpSpPr/>
          <p:nvPr/>
        </p:nvGrpSpPr>
        <p:grpSpPr>
          <a:xfrm>
            <a:off x="570300" y="6060503"/>
            <a:ext cx="6036945" cy="532765"/>
            <a:chOff x="0" y="0"/>
            <a:chExt cx="6036945" cy="532765"/>
          </a:xfrm>
        </p:grpSpPr>
        <p:pic>
          <p:nvPicPr>
            <p:cNvPr id="8" name="Grafik 4" descr="Ein Bild, das Grafiken, Grafikdesign, Screenshot, Farbigkeit enthält.">
              <a:extLst>
                <a:ext uri="{FF2B5EF4-FFF2-40B4-BE49-F238E27FC236}">
                  <a16:creationId xmlns:a16="http://schemas.microsoft.com/office/drawing/2014/main" id="{4CD5B83E-AE4E-CAA2-CBED-1478F2CD5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8750" y="0"/>
              <a:ext cx="1076325" cy="5327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rafik 6" descr="Ein Bild, das Grafiken, Schrift, Grafikdesign, Logo enthält.&#10;&#10;KI-generierte Inhalte können fehlerhaft sein.">
              <a:extLst>
                <a:ext uri="{FF2B5EF4-FFF2-40B4-BE49-F238E27FC236}">
                  <a16:creationId xmlns:a16="http://schemas.microsoft.com/office/drawing/2014/main" id="{2A087E71-DB34-C1FA-31AF-83ADD993A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95250"/>
              <a:ext cx="1158875" cy="4241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rafik 7" descr="Ein Bild, das Grafiken, Logo, Schrift, Grafikdesign enthält.&#10;&#10;KI-generierte Inhalte können fehlerhaft sein.">
              <a:extLst>
                <a:ext uri="{FF2B5EF4-FFF2-40B4-BE49-F238E27FC236}">
                  <a16:creationId xmlns:a16="http://schemas.microsoft.com/office/drawing/2014/main" id="{96ED8BC6-0525-B452-1EDA-2E625DAE1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3350" y="203200"/>
              <a:ext cx="1454150" cy="298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rafik 8" descr="Ein Bild, das Schrift, Grafiken, Grafikdesign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89DAFF8A-FC80-AA13-5228-DB4BA48980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3550" y="215900"/>
              <a:ext cx="1763395" cy="219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" name="Tekstvak 20">
            <a:extLst>
              <a:ext uri="{FF2B5EF4-FFF2-40B4-BE49-F238E27FC236}">
                <a16:creationId xmlns:a16="http://schemas.microsoft.com/office/drawing/2014/main" id="{BBEA3BE6-EDAC-2B48-402F-FA5EDD6C3AC1}"/>
              </a:ext>
            </a:extLst>
          </p:cNvPr>
          <p:cNvSpPr txBox="1"/>
          <p:nvPr/>
        </p:nvSpPr>
        <p:spPr>
          <a:xfrm>
            <a:off x="920994" y="1638507"/>
            <a:ext cx="3055388" cy="261471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nl-BE" b="1" dirty="0"/>
              <a:t>Frontend</a:t>
            </a:r>
          </a:p>
          <a:p>
            <a:r>
              <a:rPr lang="nl-BE" dirty="0"/>
              <a:t>Formula Builder</a:t>
            </a:r>
          </a:p>
          <a:p>
            <a:r>
              <a:rPr lang="nl-BE" dirty="0"/>
              <a:t>Formula Registry</a:t>
            </a:r>
          </a:p>
          <a:p>
            <a:r>
              <a:rPr lang="nl-BE" dirty="0"/>
              <a:t>Dashboard</a:t>
            </a:r>
          </a:p>
          <a:p>
            <a:r>
              <a:rPr lang="nl-BE" dirty="0"/>
              <a:t>Hub Operations</a:t>
            </a:r>
          </a:p>
          <a:p>
            <a:endParaRPr lang="nl-BE" dirty="0"/>
          </a:p>
          <a:p>
            <a:endParaRPr lang="nl-BE" dirty="0"/>
          </a:p>
        </p:txBody>
      </p:sp>
      <p:sp>
        <p:nvSpPr>
          <p:cNvPr id="22" name="Tekstvak 21">
            <a:extLst>
              <a:ext uri="{FF2B5EF4-FFF2-40B4-BE49-F238E27FC236}">
                <a16:creationId xmlns:a16="http://schemas.microsoft.com/office/drawing/2014/main" id="{156A3AD4-5784-5B12-787C-B34797DEB96F}"/>
              </a:ext>
            </a:extLst>
          </p:cNvPr>
          <p:cNvSpPr txBox="1"/>
          <p:nvPr/>
        </p:nvSpPr>
        <p:spPr>
          <a:xfrm>
            <a:off x="4328322" y="1638506"/>
            <a:ext cx="3439884" cy="3571057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nl-BE" b="1" dirty="0"/>
              <a:t>Backend Services</a:t>
            </a:r>
          </a:p>
          <a:p>
            <a:r>
              <a:rPr lang="nl-BE" dirty="0"/>
              <a:t>Formula Mgmt Service</a:t>
            </a:r>
          </a:p>
          <a:p>
            <a:r>
              <a:rPr lang="nl-BE" dirty="0"/>
              <a:t>Time Series Service </a:t>
            </a:r>
          </a:p>
          <a:p>
            <a:r>
              <a:rPr lang="nl-BE" dirty="0"/>
              <a:t>Calculation Engine </a:t>
            </a:r>
          </a:p>
          <a:p>
            <a:r>
              <a:rPr lang="nl-BE" dirty="0"/>
              <a:t>Validation Service</a:t>
            </a:r>
          </a:p>
          <a:p>
            <a:r>
              <a:rPr lang="nl-BE" dirty="0"/>
              <a:t>OAuth2 Service</a:t>
            </a:r>
          </a:p>
          <a:p>
            <a:endParaRPr lang="nl-BE" dirty="0"/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C9B82F52-56FD-281E-7362-E86B825672E8}"/>
              </a:ext>
            </a:extLst>
          </p:cNvPr>
          <p:cNvSpPr txBox="1"/>
          <p:nvPr/>
        </p:nvSpPr>
        <p:spPr>
          <a:xfrm>
            <a:off x="8120146" y="1613339"/>
            <a:ext cx="3439884" cy="3571057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nl-BE" b="1" dirty="0"/>
              <a:t>Data</a:t>
            </a:r>
          </a:p>
          <a:p>
            <a:r>
              <a:rPr lang="nl-BE" dirty="0"/>
              <a:t>Formula Definition</a:t>
            </a:r>
          </a:p>
          <a:p>
            <a:r>
              <a:rPr lang="nl-BE" dirty="0"/>
              <a:t>Time Series Data</a:t>
            </a:r>
          </a:p>
          <a:p>
            <a:r>
              <a:rPr lang="nl-BE" dirty="0"/>
              <a:t>Calculation Results</a:t>
            </a:r>
          </a:p>
          <a:p>
            <a:r>
              <a:rPr lang="nl-BE" dirty="0"/>
              <a:t>Metering Points</a:t>
            </a:r>
          </a:p>
        </p:txBody>
      </p:sp>
    </p:spTree>
    <p:extLst>
      <p:ext uri="{BB962C8B-B14F-4D97-AF65-F5344CB8AC3E}">
        <p14:creationId xmlns:p14="http://schemas.microsoft.com/office/powerpoint/2010/main" val="1089298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D9839A-5C4D-7DF5-6851-EF1429C17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REST API Endpunkte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067C35-8E5C-35E6-491F-FEA95702218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6011" y="1611000"/>
            <a:ext cx="9792000" cy="3636000"/>
          </a:xfrm>
        </p:spPr>
        <p:txBody>
          <a:bodyPr/>
          <a:lstStyle/>
          <a:p>
            <a: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Formelverwaltung:</a:t>
            </a:r>
            <a:b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POST   /v1/formulas           # Formel einreichen</a:t>
            </a:r>
            <a:b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GET    /v1/formulas           # Alle Formeln abrufen</a:t>
            </a:r>
            <a:b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GET    /v1/formulas/{id}      # Spezifische Formel</a:t>
            </a:r>
            <a:b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DELETE /v1/formulas/{id}      # Formel löschen</a:t>
            </a:r>
            <a:b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Zeitreihendaten:</a:t>
            </a:r>
            <a:b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POST   /v1/time-series        # Messdaten übermitteln</a:t>
            </a:r>
            <a:b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GET    /v1/time-series        # Daten abfragen</a:t>
            </a:r>
            <a:b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Berechnungen:</a:t>
            </a:r>
            <a:b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POST   /v1/calculations       # Berechnung ausführen</a:t>
            </a:r>
            <a:b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GET    /v1/calculations/{id}  # Ergebnis abrufen</a:t>
            </a:r>
            <a:b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Authentifizierung:</a:t>
            </a:r>
            <a:b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POST   /oauth/token           # OAuth2 Token</a:t>
            </a:r>
          </a:p>
          <a:p>
            <a:endParaRPr lang="de-DE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090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412D53-A745-FD8B-60A0-8E0A241DD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API Beispiel</a:t>
            </a:r>
            <a:endParaRPr lang="de-D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ABC284C-52CD-EBBC-6F2A-EED465C095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284" y="2181452"/>
            <a:ext cx="4362275" cy="3636000"/>
          </a:xfrm>
          <a:solidFill>
            <a:schemeClr val="tx1"/>
          </a:solidFill>
        </p:spPr>
        <p:txBody>
          <a:bodyPr/>
          <a:lstStyle/>
          <a:p>
            <a:pPr marL="0" indent="0">
              <a:buNone/>
            </a:pPr>
            <a:r>
              <a:rPr lang="nl-BE" sz="16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 /v1/formulas</a:t>
            </a:r>
            <a:br>
              <a:rPr lang="nl-BE" sz="16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6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Authorization: Bearer &lt;token&gt;</a:t>
            </a:r>
            <a:br>
              <a:rPr lang="nl-BE" sz="16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nl-BE" sz="16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6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nl-BE" sz="16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6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"formulaId": "BESS-001",</a:t>
            </a:r>
            <a:br>
              <a:rPr lang="nl-BE" sz="16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6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"name": "Batterieladung",</a:t>
            </a:r>
            <a:br>
              <a:rPr lang="nl-BE" sz="16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6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"expression": {</a:t>
            </a:r>
            <a:br>
              <a:rPr lang="nl-BE" sz="16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6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"function": "Wenn_Dann",</a:t>
            </a:r>
            <a:br>
              <a:rPr lang="nl-BE" sz="16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6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"parameters": [...]</a:t>
            </a:r>
            <a:br>
              <a:rPr lang="nl-BE" sz="16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6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  <a:br>
              <a:rPr lang="nl-BE" sz="16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6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"inputTimeSeries": ["W+Z1"],</a:t>
            </a:r>
            <a:br>
              <a:rPr lang="nl-BE" sz="16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6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"outputUnit": "KWH"</a:t>
            </a:r>
            <a:br>
              <a:rPr lang="nl-BE" sz="16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6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de-DE" sz="1600" dirty="0">
              <a:solidFill>
                <a:schemeClr val="bg1">
                  <a:lumMod val="9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4815352D-967F-1D07-022B-95359A9ADDD5}"/>
              </a:ext>
            </a:extLst>
          </p:cNvPr>
          <p:cNvSpPr txBox="1">
            <a:spLocks/>
          </p:cNvSpPr>
          <p:nvPr/>
        </p:nvSpPr>
        <p:spPr>
          <a:xfrm>
            <a:off x="6009316" y="2181452"/>
            <a:ext cx="4362275" cy="363600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 sz="14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nl-BE" sz="14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4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"messageId": "...",</a:t>
            </a:r>
            <a:br>
              <a:rPr lang="nl-BE" sz="14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4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"status": "ACCEPTED",</a:t>
            </a:r>
            <a:br>
              <a:rPr lang="nl-BE" sz="14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4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"formulaIds": ["BESS-001"],</a:t>
            </a:r>
            <a:br>
              <a:rPr lang="nl-BE" sz="14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4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"acceptanceTime": "2025-12-03...",</a:t>
            </a:r>
            <a:br>
              <a:rPr lang="nl-BE" sz="14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4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"validationResults": [{</a:t>
            </a:r>
            <a:br>
              <a:rPr lang="nl-BE" sz="14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4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"formulaId": "BESS-001",</a:t>
            </a:r>
            <a:br>
              <a:rPr lang="nl-BE" sz="14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4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"valid": true</a:t>
            </a:r>
            <a:br>
              <a:rPr lang="nl-BE" sz="14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4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}]</a:t>
            </a:r>
            <a:br>
              <a:rPr lang="nl-BE" sz="14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4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BA167009-DD0A-2DCB-B237-2562D4AF3D76}"/>
              </a:ext>
            </a:extLst>
          </p:cNvPr>
          <p:cNvSpPr txBox="1"/>
          <p:nvPr/>
        </p:nvSpPr>
        <p:spPr>
          <a:xfrm>
            <a:off x="545284" y="1690688"/>
            <a:ext cx="2617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BE"/>
            </a:defPPr>
          </a:lstStyle>
          <a:p>
            <a:r>
              <a:rPr lang="nl-BE" dirty="0"/>
              <a:t>Request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C6FF239C-699F-50F9-8759-4E83B5FF5711}"/>
              </a:ext>
            </a:extLst>
          </p:cNvPr>
          <p:cNvSpPr txBox="1"/>
          <p:nvPr/>
        </p:nvSpPr>
        <p:spPr>
          <a:xfrm>
            <a:off x="6009316" y="1690688"/>
            <a:ext cx="2617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dirty="0"/>
              <a:t>Response</a:t>
            </a:r>
          </a:p>
        </p:txBody>
      </p:sp>
    </p:spTree>
    <p:extLst>
      <p:ext uri="{BB962C8B-B14F-4D97-AF65-F5344CB8AC3E}">
        <p14:creationId xmlns:p14="http://schemas.microsoft.com/office/powerpoint/2010/main" val="1061583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88B9C-663A-868B-8B82-75793AFED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Technische Vorteile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0B12FF7-31E4-097E-4FF9-08DAFB5046C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4168" y="1574689"/>
            <a:ext cx="4186108" cy="3248981"/>
          </a:xfrm>
        </p:spPr>
        <p:txBody>
          <a:bodyPr/>
          <a:lstStyle/>
          <a:p>
            <a:pPr marL="0" indent="0">
              <a:buNone/>
            </a:pPr>
            <a:r>
              <a:rPr lang="nl-BE" sz="2000" dirty="0"/>
              <a:t>Entwicklung</a:t>
            </a:r>
            <a:br>
              <a:rPr lang="nl-BE" sz="2000" dirty="0"/>
            </a:br>
            <a:r>
              <a:rPr lang="nl-BE" sz="2000" dirty="0"/>
              <a:t>✅ Standard REST/JSON</a:t>
            </a:r>
            <a:br>
              <a:rPr lang="nl-BE" sz="2000" dirty="0"/>
            </a:br>
            <a:r>
              <a:rPr lang="nl-BE" sz="2000" dirty="0"/>
              <a:t>✅ Browser DevTools</a:t>
            </a:r>
            <a:br>
              <a:rPr lang="nl-BE" sz="2000" dirty="0"/>
            </a:br>
            <a:r>
              <a:rPr lang="nl-BE" sz="2000" dirty="0"/>
              <a:t>✅ Postman/Insomnia Testing</a:t>
            </a:r>
            <a:br>
              <a:rPr lang="nl-BE" sz="2000" dirty="0"/>
            </a:br>
            <a:r>
              <a:rPr lang="nl-BE" sz="2000" dirty="0"/>
              <a:t>✅ OpenAPI Dokumentation</a:t>
            </a:r>
            <a:br>
              <a:rPr lang="nl-BE" sz="2000" dirty="0"/>
            </a:br>
            <a:br>
              <a:rPr lang="nl-BE" sz="2000" dirty="0"/>
            </a:br>
            <a:r>
              <a:rPr lang="nl-BE" sz="2000" dirty="0"/>
              <a:t>Integration</a:t>
            </a:r>
            <a:br>
              <a:rPr lang="nl-BE" sz="2000" dirty="0"/>
            </a:br>
            <a:r>
              <a:rPr lang="nl-BE" sz="2000" dirty="0"/>
              <a:t>✅ Standard HTTP Libraries</a:t>
            </a:r>
            <a:br>
              <a:rPr lang="nl-BE" sz="2000" dirty="0"/>
            </a:br>
            <a:r>
              <a:rPr lang="nl-BE" sz="2000" dirty="0"/>
              <a:t>✅ Keine EDI-Parser nötig</a:t>
            </a:r>
            <a:br>
              <a:rPr lang="nl-BE" sz="2000" dirty="0"/>
            </a:br>
            <a:r>
              <a:rPr lang="nl-BE" sz="2000" dirty="0"/>
              <a:t>✅ Cloud-Native</a:t>
            </a:r>
            <a:br>
              <a:rPr lang="nl-BE" sz="2000" dirty="0"/>
            </a:br>
            <a:r>
              <a:rPr lang="nl-BE" sz="2000" dirty="0"/>
              <a:t>✅ Moderne Monitoring Tools</a:t>
            </a:r>
          </a:p>
          <a:p>
            <a:pPr marL="0" indent="0">
              <a:buNone/>
            </a:pPr>
            <a:endParaRPr lang="de-DE" sz="2000" dirty="0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47AC728E-9F64-3624-76C0-8E5E9BBFD28F}"/>
              </a:ext>
            </a:extLst>
          </p:cNvPr>
          <p:cNvSpPr txBox="1">
            <a:spLocks/>
          </p:cNvSpPr>
          <p:nvPr/>
        </p:nvSpPr>
        <p:spPr>
          <a:xfrm>
            <a:off x="5756243" y="1554428"/>
            <a:ext cx="4186107" cy="3722247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 sz="2000" dirty="0"/>
              <a:t>Qualität</a:t>
            </a:r>
            <a:br>
              <a:rPr lang="nl-BE" sz="2000" dirty="0"/>
            </a:br>
            <a:r>
              <a:rPr lang="nl-BE" sz="2000" dirty="0"/>
              <a:t>✅ Echtzeit-Validierung</a:t>
            </a:r>
            <a:br>
              <a:rPr lang="nl-BE" sz="2000" dirty="0"/>
            </a:br>
            <a:r>
              <a:rPr lang="nl-BE" sz="2000" dirty="0"/>
              <a:t>✅ Klare Fehlermeldungen</a:t>
            </a:r>
            <a:br>
              <a:rPr lang="nl-BE" sz="2000" dirty="0"/>
            </a:br>
            <a:r>
              <a:rPr lang="nl-BE" sz="2000" dirty="0"/>
              <a:t>✅ JSON Schema Prüfung</a:t>
            </a:r>
            <a:br>
              <a:rPr lang="nl-BE" sz="2000" dirty="0"/>
            </a:br>
            <a:r>
              <a:rPr lang="nl-BE" sz="2000" dirty="0"/>
              <a:t>✅ Automatisierte Tests</a:t>
            </a:r>
            <a:br>
              <a:rPr lang="nl-BE" sz="2000" dirty="0"/>
            </a:br>
            <a:br>
              <a:rPr lang="nl-BE" sz="2000" dirty="0"/>
            </a:br>
            <a:r>
              <a:rPr lang="nl-BE" sz="2000" dirty="0"/>
              <a:t>Wartung</a:t>
            </a:r>
            <a:br>
              <a:rPr lang="nl-BE" sz="2000" dirty="0"/>
            </a:br>
            <a:r>
              <a:rPr lang="nl-BE" sz="2000" dirty="0"/>
              <a:t>✅ Geringere Komplexität</a:t>
            </a:r>
            <a:br>
              <a:rPr lang="nl-BE" sz="2000" dirty="0"/>
            </a:br>
            <a:r>
              <a:rPr lang="nl-BE" sz="2000" dirty="0"/>
              <a:t>✅ Standard Web-Entwickler</a:t>
            </a:r>
            <a:br>
              <a:rPr lang="nl-BE" sz="2000" dirty="0"/>
            </a:br>
            <a:r>
              <a:rPr lang="nl-BE" sz="2000" dirty="0"/>
              <a:t>✅ Bessere Tooling</a:t>
            </a:r>
            <a:br>
              <a:rPr lang="nl-BE" sz="2000" dirty="0"/>
            </a:br>
            <a:r>
              <a:rPr lang="nl-BE" sz="2000" dirty="0"/>
              <a:t>✅ Leichte Erweiterbarkeit</a:t>
            </a:r>
          </a:p>
        </p:txBody>
      </p:sp>
    </p:spTree>
    <p:extLst>
      <p:ext uri="{BB962C8B-B14F-4D97-AF65-F5344CB8AC3E}">
        <p14:creationId xmlns:p14="http://schemas.microsoft.com/office/powerpoint/2010/main" val="2098221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0B4F3-0F1E-6E2B-303C-B0950AA16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C57A2-67F0-3D10-8A3D-0D449E676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64731"/>
            <a:ext cx="9448800" cy="838200"/>
          </a:xfrm>
        </p:spPr>
        <p:txBody>
          <a:bodyPr>
            <a:normAutofit/>
          </a:bodyPr>
          <a:lstStyle/>
          <a:p>
            <a:r>
              <a:rPr lang="nl-BE" i="1" dirty="0"/>
              <a:t>Anwendungskomponenten</a:t>
            </a:r>
            <a:endParaRPr lang="nl-BE" dirty="0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C0F36687-8808-213B-70B8-B45245EFEEC5}"/>
              </a:ext>
            </a:extLst>
          </p:cNvPr>
          <p:cNvSpPr txBox="1"/>
          <p:nvPr/>
        </p:nvSpPr>
        <p:spPr>
          <a:xfrm>
            <a:off x="10540314" y="49427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61FACDB3-F027-69A2-375B-9D9895F0FE1B}"/>
              </a:ext>
            </a:extLst>
          </p:cNvPr>
          <p:cNvSpPr txBox="1"/>
          <p:nvPr/>
        </p:nvSpPr>
        <p:spPr>
          <a:xfrm>
            <a:off x="10972800" y="4201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E13DB961-5DEC-89B0-4AEF-F2DE40A50312}"/>
              </a:ext>
            </a:extLst>
          </p:cNvPr>
          <p:cNvSpPr txBox="1"/>
          <p:nvPr/>
        </p:nvSpPr>
        <p:spPr>
          <a:xfrm>
            <a:off x="10639168" y="49427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D42A2723-3D3A-4B37-DA9B-C1A6F3DDBC1F}"/>
              </a:ext>
            </a:extLst>
          </p:cNvPr>
          <p:cNvSpPr txBox="1"/>
          <p:nvPr/>
        </p:nvSpPr>
        <p:spPr>
          <a:xfrm>
            <a:off x="10869930" y="50292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de-DE" sz="1400" dirty="0">
              <a:solidFill>
                <a:schemeClr val="accent2"/>
              </a:solidFill>
            </a:endParaRPr>
          </a:p>
        </p:txBody>
      </p:sp>
      <p:grpSp>
        <p:nvGrpSpPr>
          <p:cNvPr id="7" name="Gruppieren 1">
            <a:extLst>
              <a:ext uri="{FF2B5EF4-FFF2-40B4-BE49-F238E27FC236}">
                <a16:creationId xmlns:a16="http://schemas.microsoft.com/office/drawing/2014/main" id="{00693FB1-9053-CC1A-1828-6E49CE2AC204}"/>
              </a:ext>
            </a:extLst>
          </p:cNvPr>
          <p:cNvGrpSpPr/>
          <p:nvPr/>
        </p:nvGrpSpPr>
        <p:grpSpPr>
          <a:xfrm>
            <a:off x="570300" y="6060503"/>
            <a:ext cx="6036945" cy="532765"/>
            <a:chOff x="0" y="0"/>
            <a:chExt cx="6036945" cy="532765"/>
          </a:xfrm>
        </p:grpSpPr>
        <p:pic>
          <p:nvPicPr>
            <p:cNvPr id="8" name="Grafik 4" descr="Ein Bild, das Grafiken, Grafikdesign, Screenshot, Farbigkeit enthält.">
              <a:extLst>
                <a:ext uri="{FF2B5EF4-FFF2-40B4-BE49-F238E27FC236}">
                  <a16:creationId xmlns:a16="http://schemas.microsoft.com/office/drawing/2014/main" id="{CF2D0275-05F8-A2AF-5ED0-4801B1DBB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8750" y="0"/>
              <a:ext cx="1076325" cy="5327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rafik 6" descr="Ein Bild, das Grafiken, Schrift, Grafikdesign, Logo enthält.&#10;&#10;KI-generierte Inhalte können fehlerhaft sein.">
              <a:extLst>
                <a:ext uri="{FF2B5EF4-FFF2-40B4-BE49-F238E27FC236}">
                  <a16:creationId xmlns:a16="http://schemas.microsoft.com/office/drawing/2014/main" id="{41149A65-0A7D-BF58-7C55-0DB9F77A1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95250"/>
              <a:ext cx="1158875" cy="4241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rafik 7" descr="Ein Bild, das Grafiken, Logo, Schrift, Grafikdesign enthält.&#10;&#10;KI-generierte Inhalte können fehlerhaft sein.">
              <a:extLst>
                <a:ext uri="{FF2B5EF4-FFF2-40B4-BE49-F238E27FC236}">
                  <a16:creationId xmlns:a16="http://schemas.microsoft.com/office/drawing/2014/main" id="{6CA7D67B-7F58-3B28-0D11-93CEFF182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3350" y="203200"/>
              <a:ext cx="1454150" cy="298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rafik 8" descr="Ein Bild, das Schrift, Grafiken, Grafikdesign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BC1E0E80-2C9F-5A2B-761E-1BE14EF97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3550" y="215900"/>
              <a:ext cx="1763395" cy="2190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06C8D2F3-FF05-7FA8-EE02-08A1D7E76D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211151"/>
            <a:ext cx="11180180" cy="4849351"/>
          </a:xfrm>
          <a:prstGeom prst="rect">
            <a:avLst/>
          </a:prstGeom>
        </p:spPr>
      </p:pic>
      <p:sp>
        <p:nvSpPr>
          <p:cNvPr id="14" name="Tekstvak 13">
            <a:extLst>
              <a:ext uri="{FF2B5EF4-FFF2-40B4-BE49-F238E27FC236}">
                <a16:creationId xmlns:a16="http://schemas.microsoft.com/office/drawing/2014/main" id="{45E696C7-C66F-FDA8-FAE3-0081BAB3ABA9}"/>
              </a:ext>
            </a:extLst>
          </p:cNvPr>
          <p:cNvSpPr txBox="1"/>
          <p:nvPr/>
        </p:nvSpPr>
        <p:spPr>
          <a:xfrm>
            <a:off x="1539432" y="3429000"/>
            <a:ext cx="459618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7E31E822-29FC-B573-5BDD-BB2BA7F6CA83}"/>
              </a:ext>
            </a:extLst>
          </p:cNvPr>
          <p:cNvSpPr txBox="1"/>
          <p:nvPr/>
        </p:nvSpPr>
        <p:spPr>
          <a:xfrm>
            <a:off x="7105598" y="3714442"/>
            <a:ext cx="459618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2</a:t>
            </a: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FA1CEE06-46CC-BCD5-2525-0BB120A78534}"/>
              </a:ext>
            </a:extLst>
          </p:cNvPr>
          <p:cNvSpPr txBox="1"/>
          <p:nvPr/>
        </p:nvSpPr>
        <p:spPr>
          <a:xfrm>
            <a:off x="10363200" y="3465560"/>
            <a:ext cx="459618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3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3479D298-64E6-66E5-B74E-C55CC6D3A894}"/>
              </a:ext>
            </a:extLst>
          </p:cNvPr>
          <p:cNvSpPr txBox="1"/>
          <p:nvPr/>
        </p:nvSpPr>
        <p:spPr>
          <a:xfrm>
            <a:off x="8636642" y="5337226"/>
            <a:ext cx="459618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41421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613F2-2575-F4C7-C34F-918222B5E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076114-6E9C-8F98-4DE0-859D76F97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98" y="759816"/>
            <a:ext cx="3066544" cy="1891513"/>
          </a:xfrm>
        </p:spPr>
        <p:txBody>
          <a:bodyPr>
            <a:noAutofit/>
          </a:bodyPr>
          <a:lstStyle/>
          <a:p>
            <a:r>
              <a:rPr lang="de-DE" sz="2400" dirty="0"/>
              <a:t>Touchpoint zwischen MSB Businessrollen und Frontend Formula UI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5949FEB9-9855-18A0-BC21-0A123D941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042" y="0"/>
            <a:ext cx="7438133" cy="6858000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615B0C69-A058-BBCF-D7ED-3FAEE038B27F}"/>
              </a:ext>
            </a:extLst>
          </p:cNvPr>
          <p:cNvSpPr txBox="1"/>
          <p:nvPr/>
        </p:nvSpPr>
        <p:spPr>
          <a:xfrm>
            <a:off x="314587" y="134116"/>
            <a:ext cx="60987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b="1" dirty="0"/>
              <a:t>Frontend 1</a:t>
            </a:r>
          </a:p>
        </p:txBody>
      </p:sp>
    </p:spTree>
    <p:extLst>
      <p:ext uri="{BB962C8B-B14F-4D97-AF65-F5344CB8AC3E}">
        <p14:creationId xmlns:p14="http://schemas.microsoft.com/office/powerpoint/2010/main" val="2153314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BC19A-CEE5-BEB0-1126-5F9FC7A7A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076E91-25FA-6CFA-3984-DCFCC3F51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30" y="955415"/>
            <a:ext cx="4450729" cy="1025589"/>
          </a:xfrm>
        </p:spPr>
        <p:txBody>
          <a:bodyPr>
            <a:noAutofit/>
          </a:bodyPr>
          <a:lstStyle/>
          <a:p>
            <a:r>
              <a:rPr lang="de-DE" sz="2400" dirty="0"/>
              <a:t>Touchpoint zwischen Frontend und 4UNB Businessrollen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5CDFDA6B-DAA0-7F50-1E47-E9EA38280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688" y="2155972"/>
            <a:ext cx="7772400" cy="3575732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75A467DA-2156-98FB-12CE-2F3F1765266F}"/>
              </a:ext>
            </a:extLst>
          </p:cNvPr>
          <p:cNvSpPr txBox="1"/>
          <p:nvPr/>
        </p:nvSpPr>
        <p:spPr>
          <a:xfrm>
            <a:off x="314587" y="134116"/>
            <a:ext cx="60987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b="1" dirty="0"/>
              <a:t>Frontend 2</a:t>
            </a:r>
          </a:p>
        </p:txBody>
      </p:sp>
    </p:spTree>
    <p:extLst>
      <p:ext uri="{BB962C8B-B14F-4D97-AF65-F5344CB8AC3E}">
        <p14:creationId xmlns:p14="http://schemas.microsoft.com/office/powerpoint/2010/main" val="1682873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3265E-E0F6-E977-1D08-673CA06B9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28F6BD-0989-FF0D-A46A-7C5E82C22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279" y="516126"/>
            <a:ext cx="2982655" cy="2797525"/>
          </a:xfrm>
        </p:spPr>
        <p:txBody>
          <a:bodyPr>
            <a:noAutofit/>
          </a:bodyPr>
          <a:lstStyle/>
          <a:p>
            <a:r>
              <a:rPr lang="de-DE" sz="2400" dirty="0"/>
              <a:t>Touchpoint </a:t>
            </a:r>
            <a:r>
              <a:rPr lang="de-DE" sz="2400" dirty="0" err="1"/>
              <a:t>KalkulationsProzesse</a:t>
            </a:r>
            <a:r>
              <a:rPr lang="de-DE" sz="2400" dirty="0"/>
              <a:t> und </a:t>
            </a:r>
            <a:r>
              <a:rPr lang="de-DE" sz="2400" dirty="0" err="1"/>
              <a:t>Applikations</a:t>
            </a:r>
            <a:r>
              <a:rPr lang="de-DE" sz="2400" dirty="0"/>
              <a:t> </a:t>
            </a:r>
            <a:r>
              <a:rPr lang="de-DE" sz="2400" dirty="0" err="1"/>
              <a:t>komponente</a:t>
            </a:r>
            <a:endParaRPr lang="de-DE" sz="2400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D01E58B-AFDE-A11C-1558-927E52F41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775" y="555600"/>
            <a:ext cx="5757242" cy="5516101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9CF68402-BC6C-6C4E-75C5-80EF1664EC2A}"/>
              </a:ext>
            </a:extLst>
          </p:cNvPr>
          <p:cNvSpPr txBox="1"/>
          <p:nvPr/>
        </p:nvSpPr>
        <p:spPr>
          <a:xfrm>
            <a:off x="314587" y="134116"/>
            <a:ext cx="60987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b="1" dirty="0"/>
              <a:t>Frontend 3</a:t>
            </a:r>
          </a:p>
        </p:txBody>
      </p:sp>
    </p:spTree>
    <p:extLst>
      <p:ext uri="{BB962C8B-B14F-4D97-AF65-F5344CB8AC3E}">
        <p14:creationId xmlns:p14="http://schemas.microsoft.com/office/powerpoint/2010/main" val="1576562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BFFA5-F4B8-0B0F-31AD-4CAE82B66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5CE209-64C6-B315-EBE0-1DA8E360F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443" y="490960"/>
            <a:ext cx="3213682" cy="1665012"/>
          </a:xfrm>
        </p:spPr>
        <p:txBody>
          <a:bodyPr>
            <a:noAutofit/>
          </a:bodyPr>
          <a:lstStyle/>
          <a:p>
            <a:r>
              <a:rPr lang="de-DE" sz="2400" dirty="0"/>
              <a:t>Touchpoint zwischen Formula </a:t>
            </a:r>
            <a:r>
              <a:rPr lang="de-DE" sz="2400" dirty="0" err="1"/>
              <a:t>prozesse</a:t>
            </a:r>
            <a:r>
              <a:rPr lang="de-DE" sz="2400" dirty="0"/>
              <a:t> und Applikationsebene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8CD019B-0F40-8E01-36BE-16E532794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882" y="566357"/>
            <a:ext cx="6084834" cy="592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323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9206F5BF-2476-E722-8745-BA52D2A75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318" y="535021"/>
            <a:ext cx="7772400" cy="578795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6D0EA76-3062-FA83-1AF5-31C8B0CB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887" y="535021"/>
            <a:ext cx="3108490" cy="2797525"/>
          </a:xfrm>
        </p:spPr>
        <p:txBody>
          <a:bodyPr>
            <a:noAutofit/>
          </a:bodyPr>
          <a:lstStyle/>
          <a:p>
            <a:r>
              <a:rPr lang="de-DE" sz="2400" dirty="0"/>
              <a:t>Touchpoint </a:t>
            </a:r>
            <a:r>
              <a:rPr lang="de-DE" sz="2400" dirty="0" err="1"/>
              <a:t>times</a:t>
            </a:r>
            <a:r>
              <a:rPr lang="de-DE" sz="2400" dirty="0"/>
              <a:t> </a:t>
            </a:r>
            <a:r>
              <a:rPr lang="de-DE" sz="2400" dirty="0" err="1"/>
              <a:t>series</a:t>
            </a:r>
            <a:r>
              <a:rPr lang="de-DE" sz="2400" dirty="0"/>
              <a:t> Prozesse und </a:t>
            </a:r>
            <a:r>
              <a:rPr lang="de-DE" sz="2400" dirty="0" err="1"/>
              <a:t>Applikations</a:t>
            </a:r>
            <a:r>
              <a:rPr lang="de-DE" sz="2400" dirty="0"/>
              <a:t> </a:t>
            </a:r>
            <a:r>
              <a:rPr lang="de-DE" sz="2400" dirty="0" err="1"/>
              <a:t>komponente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2828920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8D5DF-07A3-252B-4982-EE0353282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B20F4EBE-7BD8-1E81-A5FA-499F0ADEC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143" y="1270871"/>
            <a:ext cx="7772400" cy="459729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708A855-00A2-4B70-E06C-125E7709B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279" y="516126"/>
            <a:ext cx="2982655" cy="2797525"/>
          </a:xfrm>
        </p:spPr>
        <p:txBody>
          <a:bodyPr>
            <a:noAutofit/>
          </a:bodyPr>
          <a:lstStyle/>
          <a:p>
            <a:r>
              <a:rPr lang="de-DE" sz="2400" dirty="0"/>
              <a:t>Touchpoint </a:t>
            </a:r>
            <a:r>
              <a:rPr lang="de-DE" sz="2400" dirty="0" err="1"/>
              <a:t>KalkulationsProzesse</a:t>
            </a:r>
            <a:r>
              <a:rPr lang="de-DE" sz="2400" dirty="0"/>
              <a:t> und </a:t>
            </a:r>
            <a:r>
              <a:rPr lang="de-DE" sz="2400" dirty="0" err="1"/>
              <a:t>Applikations</a:t>
            </a:r>
            <a:r>
              <a:rPr lang="de-DE" sz="2400" dirty="0"/>
              <a:t> </a:t>
            </a:r>
            <a:r>
              <a:rPr lang="de-DE" sz="2400" dirty="0" err="1"/>
              <a:t>komponente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865960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EA8C78-32B5-98D3-0AF9-19351FCCA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123" y="510954"/>
            <a:ext cx="2483142" cy="1053125"/>
          </a:xfrm>
        </p:spPr>
        <p:txBody>
          <a:bodyPr/>
          <a:lstStyle/>
          <a:p>
            <a:r>
              <a:rPr lang="de-DE" dirty="0" err="1"/>
              <a:t>demo</a:t>
            </a:r>
            <a:endParaRPr lang="de-DE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F2C3074D-FF15-5667-F8D0-897134C9B36F}"/>
              </a:ext>
            </a:extLst>
          </p:cNvPr>
          <p:cNvSpPr txBox="1"/>
          <p:nvPr/>
        </p:nvSpPr>
        <p:spPr>
          <a:xfrm>
            <a:off x="545123" y="1686337"/>
            <a:ext cx="2887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Dashboard</a:t>
            </a:r>
          </a:p>
        </p:txBody>
      </p:sp>
      <p:pic>
        <p:nvPicPr>
          <p:cNvPr id="9" name="Afbeelding 8" descr="Afbeelding met tekst, software, Webpagina, Computerpictogram&#10;&#10;Door AI gegenereerde inhoud is mogelijk onjuist.">
            <a:extLst>
              <a:ext uri="{FF2B5EF4-FFF2-40B4-BE49-F238E27FC236}">
                <a16:creationId xmlns:a16="http://schemas.microsoft.com/office/drawing/2014/main" id="{C72C55F7-3219-34DE-B42F-FC7786971B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517" y="894667"/>
            <a:ext cx="8314006" cy="535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720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F33E8-73D8-114A-7D80-D7DACFEDA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F4BC9C-DCD0-5598-2C0C-65F72A4D4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123" y="510954"/>
            <a:ext cx="2483142" cy="1053125"/>
          </a:xfrm>
        </p:spPr>
        <p:txBody>
          <a:bodyPr/>
          <a:lstStyle/>
          <a:p>
            <a:r>
              <a:rPr lang="de-DE" dirty="0" err="1"/>
              <a:t>demo</a:t>
            </a:r>
            <a:endParaRPr lang="de-DE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5383F484-09C4-7B57-395A-22DD9A239B7B}"/>
              </a:ext>
            </a:extLst>
          </p:cNvPr>
          <p:cNvSpPr txBox="1"/>
          <p:nvPr/>
        </p:nvSpPr>
        <p:spPr>
          <a:xfrm>
            <a:off x="545123" y="1564079"/>
            <a:ext cx="2887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Formel </a:t>
            </a:r>
            <a:r>
              <a:rPr lang="de-DE" dirty="0" err="1"/>
              <a:t>uebermitteln</a:t>
            </a:r>
            <a:endParaRPr lang="de-DE" dirty="0"/>
          </a:p>
        </p:txBody>
      </p:sp>
      <p:pic>
        <p:nvPicPr>
          <p:cNvPr id="5" name="Afbeelding 4" descr="Afbeelding met tekst, Website, Webpagina, software&#10;&#10;Door AI gegenereerde inhoud is mogelijk onjuist.">
            <a:extLst>
              <a:ext uri="{FF2B5EF4-FFF2-40B4-BE49-F238E27FC236}">
                <a16:creationId xmlns:a16="http://schemas.microsoft.com/office/drawing/2014/main" id="{294EF845-C1A4-A2AD-4F21-C8D5649F4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517" y="510954"/>
            <a:ext cx="7772400" cy="600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596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C989E-D10C-3DAB-291A-586882148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89C66D-F923-8198-70ED-29F51F179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123" y="510954"/>
            <a:ext cx="2483142" cy="1053125"/>
          </a:xfrm>
        </p:spPr>
        <p:txBody>
          <a:bodyPr/>
          <a:lstStyle/>
          <a:p>
            <a:r>
              <a:rPr lang="de-DE" dirty="0" err="1"/>
              <a:t>demo</a:t>
            </a:r>
            <a:endParaRPr lang="de-DE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14777264-AC7A-7F73-E97B-A81BBEB69A65}"/>
              </a:ext>
            </a:extLst>
          </p:cNvPr>
          <p:cNvSpPr txBox="1"/>
          <p:nvPr/>
        </p:nvSpPr>
        <p:spPr>
          <a:xfrm>
            <a:off x="545123" y="1686337"/>
            <a:ext cx="2887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Formel Validieren</a:t>
            </a:r>
          </a:p>
        </p:txBody>
      </p:sp>
      <p:pic>
        <p:nvPicPr>
          <p:cNvPr id="3" name="Afbeelding 2" descr="Afbeelding met tekst, software, Webpagina, Computerpictogram&#10;&#10;Door AI gegenereerde inhoud is mogelijk onjuist.">
            <a:extLst>
              <a:ext uri="{FF2B5EF4-FFF2-40B4-BE49-F238E27FC236}">
                <a16:creationId xmlns:a16="http://schemas.microsoft.com/office/drawing/2014/main" id="{EA53E062-82A1-3D8B-3CB6-85D3B681E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306" y="10551"/>
            <a:ext cx="76848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983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759D6-AB03-D7EC-EAC7-3263D4C32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A4E0D7-1AB1-C44D-8BD8-58033A613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123" y="510954"/>
            <a:ext cx="2483142" cy="1053125"/>
          </a:xfrm>
        </p:spPr>
        <p:txBody>
          <a:bodyPr/>
          <a:lstStyle/>
          <a:p>
            <a:r>
              <a:rPr lang="de-DE" dirty="0" err="1"/>
              <a:t>demo</a:t>
            </a:r>
            <a:endParaRPr lang="de-DE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1ED0FA3A-BA62-8621-D98F-656103D0CACE}"/>
              </a:ext>
            </a:extLst>
          </p:cNvPr>
          <p:cNvSpPr txBox="1"/>
          <p:nvPr/>
        </p:nvSpPr>
        <p:spPr>
          <a:xfrm>
            <a:off x="545123" y="1686337"/>
            <a:ext cx="2887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Formel Registry</a:t>
            </a:r>
          </a:p>
        </p:txBody>
      </p:sp>
      <p:pic>
        <p:nvPicPr>
          <p:cNvPr id="5" name="Afbeelding 4" descr="Afbeelding met tekst, schermopname, nummer, Lettertype&#10;&#10;Door AI gegenereerde inhoud is mogelijk onjuist.">
            <a:extLst>
              <a:ext uri="{FF2B5EF4-FFF2-40B4-BE49-F238E27FC236}">
                <a16:creationId xmlns:a16="http://schemas.microsoft.com/office/drawing/2014/main" id="{316CD745-43B1-9D44-D448-D8B1F56CA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517" y="154019"/>
            <a:ext cx="7772400" cy="654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9366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allou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rongCallou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FLAT" val="True"/>
  <p:tag name="NAME" val="SplitFlo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o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TopShap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TopText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BottomShap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BottomText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2BoatBottomShap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2BoatBottomText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White_EN_FT3052_16x9_OF_v1">
  <a:themeElements>
    <a:clrScheme name="Scheme1">
      <a:dk1>
        <a:srgbClr val="394D55"/>
      </a:dk1>
      <a:lt1>
        <a:srgbClr val="FFFFFF"/>
      </a:lt1>
      <a:dk2>
        <a:srgbClr val="FFFFFF"/>
      </a:dk2>
      <a:lt2>
        <a:srgbClr val="FFFFFF"/>
      </a:lt2>
      <a:accent1>
        <a:srgbClr val="394D55"/>
      </a:accent1>
      <a:accent2>
        <a:srgbClr val="FF7300"/>
      </a:accent2>
      <a:accent3>
        <a:srgbClr val="258998"/>
      </a:accent3>
      <a:accent4>
        <a:srgbClr val="3D6B77"/>
      </a:accent4>
      <a:accent5>
        <a:srgbClr val="6AA9A0"/>
      </a:accent5>
      <a:accent6>
        <a:srgbClr val="9AC3CE"/>
      </a:accent6>
      <a:hlink>
        <a:srgbClr val="0000FF"/>
      </a:hlink>
      <a:folHlink>
        <a:srgbClr val="800080"/>
      </a:folHlink>
    </a:clrScheme>
    <a:fontScheme name="Cust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394D55"/>
        </a:dk1>
        <a:lt1>
          <a:srgbClr val="FFFFFF"/>
        </a:lt1>
        <a:dk2>
          <a:srgbClr val="FFFFFF"/>
        </a:dk2>
        <a:lt2>
          <a:srgbClr val="FFFFFF"/>
        </a:lt2>
        <a:accent1>
          <a:srgbClr val="394D55"/>
        </a:accent1>
        <a:accent2>
          <a:srgbClr val="FF7300"/>
        </a:accent2>
        <a:accent3>
          <a:srgbClr val="258998"/>
        </a:accent3>
        <a:accent4>
          <a:srgbClr val="3D6B77"/>
        </a:accent4>
        <a:accent5>
          <a:srgbClr val="6AA9A0"/>
        </a:accent5>
        <a:accent6>
          <a:srgbClr val="9AC3CE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Red">
      <a:srgbClr val="E85422"/>
    </a:custClr>
    <a:custClr name="Dark Red">
      <a:srgbClr val="990035"/>
    </a:custClr>
  </a:custClrLst>
  <a:extLst>
    <a:ext uri="{05A4C25C-085E-4340-85A3-A5531E510DB2}">
      <thm15:themeFamily xmlns:thm15="http://schemas.microsoft.com/office/thememl/2012/main" name="EN_FT3052_16x9_OF_v1.potx" id="{7A758EE0-576C-4BDA-8853-980CD13D85CB}" vid="{F2E76885-9494-4BC8-A143-5FF76B562A4E}"/>
    </a:ext>
  </a:extLst>
</a:theme>
</file>

<file path=ppt/theme/theme3.xml><?xml version="1.0" encoding="utf-8"?>
<a:theme xmlns:a="http://schemas.openxmlformats.org/drawingml/2006/main" name="2_Content">
  <a:themeElements>
    <a:clrScheme name="Elia Theme">
      <a:dk1>
        <a:srgbClr val="000000"/>
      </a:dk1>
      <a:lt1>
        <a:srgbClr val="FFFFFF"/>
      </a:lt1>
      <a:dk2>
        <a:srgbClr val="258998"/>
      </a:dk2>
      <a:lt2>
        <a:srgbClr val="FF7300"/>
      </a:lt2>
      <a:accent1>
        <a:srgbClr val="6AA9A0"/>
      </a:accent1>
      <a:accent2>
        <a:srgbClr val="394D55"/>
      </a:accent2>
      <a:accent3>
        <a:srgbClr val="E85422"/>
      </a:accent3>
      <a:accent4>
        <a:srgbClr val="990035"/>
      </a:accent4>
      <a:accent5>
        <a:srgbClr val="447583"/>
      </a:accent5>
      <a:accent6>
        <a:srgbClr val="9AC3CE"/>
      </a:accent6>
      <a:hlink>
        <a:srgbClr val="0000FF"/>
      </a:hlink>
      <a:folHlink>
        <a:srgbClr val="800080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dirty="0" err="1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lia_new template.pptx" id="{BBE8851B-1EE7-466E-9750-20A6DD17000A}" vid="{61626334-8CBC-4046-B20E-5309D18F7E7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352bfcb8-bce2-4279-b723-8ab1d206d088" ContentTypeId="0x0101" PreviousValue="false"/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03944B11CFBE40A9A6B7E893BFCEC9" ma:contentTypeVersion="13" ma:contentTypeDescription="Een nieuw document maken." ma:contentTypeScope="" ma:versionID="759ff506f6068ce2d9b11c3a7373713f">
  <xsd:schema xmlns:xsd="http://www.w3.org/2001/XMLSchema" xmlns:xs="http://www.w3.org/2001/XMLSchema" xmlns:p="http://schemas.microsoft.com/office/2006/metadata/properties" xmlns:ns2="518e90e8-ea09-4ab7-8875-1906d0bac9c7" xmlns:ns3="b7bd3489-1103-48f5-a63e-d75b6ff87386" targetNamespace="http://schemas.microsoft.com/office/2006/metadata/properties" ma:root="true" ma:fieldsID="ebfdb18e168df0be2046165f1ed317a3" ns2:_="" ns3:_="">
    <xsd:import namespace="518e90e8-ea09-4ab7-8875-1906d0bac9c7"/>
    <xsd:import namespace="b7bd3489-1103-48f5-a63e-d75b6ff87386"/>
    <xsd:element name="properties">
      <xsd:complexType>
        <xsd:sequence>
          <xsd:element name="documentManagement">
            <xsd:complexType>
              <xsd:all>
                <xsd:element ref="ns2:Old_x0020_ID" minOccurs="0"/>
                <xsd:element ref="ns2:Source" minOccurs="0"/>
                <xsd:element ref="ns2:ac1833ce3bd847999441bc0a5a5ff873" minOccurs="0"/>
                <xsd:element ref="ns2:TaxCatchAll" minOccurs="0"/>
                <xsd:element ref="ns2:TaxCatchAllLabel" minOccurs="0"/>
                <xsd:element ref="ns2:Old_x0020_Author" minOccurs="0"/>
                <xsd:element ref="ns2:Old_x0020_Editor" minOccurs="0"/>
                <xsd:element ref="ns2:Old_x0020_Pat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8e90e8-ea09-4ab7-8875-1906d0bac9c7" elementFormDefault="qualified">
    <xsd:import namespace="http://schemas.microsoft.com/office/2006/documentManagement/types"/>
    <xsd:import namespace="http://schemas.microsoft.com/office/infopath/2007/PartnerControls"/>
    <xsd:element name="Old_x0020_ID" ma:index="8" nillable="true" ma:displayName="Old ID" ma:default="" ma:internalName="Old_x0020_ID">
      <xsd:simpleType>
        <xsd:restriction base="dms:Text">
          <xsd:maxLength value="255"/>
        </xsd:restriction>
      </xsd:simpleType>
    </xsd:element>
    <xsd:element name="Source" ma:index="9" nillable="true" ma:displayName="Source" ma:default="" ma:internalName="Source">
      <xsd:simpleType>
        <xsd:restriction base="dms:Text">
          <xsd:maxLength value="255"/>
        </xsd:restriction>
      </xsd:simpleType>
    </xsd:element>
    <xsd:element name="ac1833ce3bd847999441bc0a5a5ff873" ma:index="10" nillable="true" ma:taxonomy="true" ma:internalName="ac1833ce3bd847999441bc0a5a5ff873" ma:taxonomyFieldName="Storage_x0020_period" ma:displayName="Storage period" ma:default="" ma:fieldId="{ac1833ce-3bd8-4799-9441-bc0a5a5ff873}" ma:sspId="352bfcb8-bce2-4279-b723-8ab1d206d088" ma:termSetId="3f20dcd1-922b-41e6-acc8-df43f4f3438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1" nillable="true" ma:displayName="Taxonomy Catch All Column" ma:hidden="true" ma:list="{24ca7f4e-9b17-4073-9521-e720f41e462a}" ma:internalName="TaxCatchAll" ma:showField="CatchAllData" ma:web="629e97c0-2569-446e-8842-0d7b71fed46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" nillable="true" ma:displayName="Taxonomy Catch All Column1" ma:hidden="true" ma:list="{24ca7f4e-9b17-4073-9521-e720f41e462a}" ma:internalName="TaxCatchAllLabel" ma:readOnly="true" ma:showField="CatchAllDataLabel" ma:web="629e97c0-2569-446e-8842-0d7b71fed46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ld_x0020_Author" ma:index="14" nillable="true" ma:displayName="Old Author" ma:default="" ma:internalName="Old_x0020_Author">
      <xsd:simpleType>
        <xsd:restriction base="dms:Text">
          <xsd:maxLength value="255"/>
        </xsd:restriction>
      </xsd:simpleType>
    </xsd:element>
    <xsd:element name="Old_x0020_Editor" ma:index="15" nillable="true" ma:displayName="Old Editor" ma:default="" ma:internalName="Old_x0020_Editor">
      <xsd:simpleType>
        <xsd:restriction base="dms:Text">
          <xsd:maxLength value="255"/>
        </xsd:restriction>
      </xsd:simpleType>
    </xsd:element>
    <xsd:element name="Old_x0020_Path" ma:index="16" nillable="true" ma:displayName="Old Path" ma:default="" ma:internalName="Old_x0020_Path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bd3489-1103-48f5-a63e-d75b6ff873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7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8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Afbeeldingtags" ma:readOnly="false" ma:fieldId="{5cf76f15-5ced-4ddc-b409-7134ff3c332f}" ma:taxonomyMulti="true" ma:sspId="352bfcb8-bce2-4279-b723-8ab1d206d0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c1833ce3bd847999441bc0a5a5ff873 xmlns="518e90e8-ea09-4ab7-8875-1906d0bac9c7">
      <Terms xmlns="http://schemas.microsoft.com/office/infopath/2007/PartnerControls"/>
    </ac1833ce3bd847999441bc0a5a5ff873>
    <Old_x0020_Editor xmlns="518e90e8-ea09-4ab7-8875-1906d0bac9c7" xsi:nil="true"/>
    <lcf76f155ced4ddcb4097134ff3c332f xmlns="b7bd3489-1103-48f5-a63e-d75b6ff87386">
      <Terms xmlns="http://schemas.microsoft.com/office/infopath/2007/PartnerControls"/>
    </lcf76f155ced4ddcb4097134ff3c332f>
    <Old_x0020_Path xmlns="518e90e8-ea09-4ab7-8875-1906d0bac9c7" xsi:nil="true"/>
    <Old_x0020_Author xmlns="518e90e8-ea09-4ab7-8875-1906d0bac9c7" xsi:nil="true"/>
    <Old_x0020_ID xmlns="518e90e8-ea09-4ab7-8875-1906d0bac9c7" xsi:nil="true"/>
    <Source xmlns="518e90e8-ea09-4ab7-8875-1906d0bac9c7" xsi:nil="true"/>
    <TaxCatchAll xmlns="518e90e8-ea09-4ab7-8875-1906d0bac9c7" xsi:nil="true"/>
  </documentManagement>
</p:properties>
</file>

<file path=customXml/itemProps1.xml><?xml version="1.0" encoding="utf-8"?>
<ds:datastoreItem xmlns:ds="http://schemas.openxmlformats.org/officeDocument/2006/customXml" ds:itemID="{9273CAC8-6E71-477D-B7E4-6D8FC473E2A4}">
  <ds:schemaRefs>
    <ds:schemaRef ds:uri="Microsoft.SharePoint.Taxonomy.ContentTypeSync"/>
  </ds:schemaRefs>
</ds:datastoreItem>
</file>

<file path=customXml/itemProps2.xml><?xml version="1.0" encoding="utf-8"?>
<ds:datastoreItem xmlns:ds="http://schemas.openxmlformats.org/officeDocument/2006/customXml" ds:itemID="{9F65CA0B-EA2D-430D-9304-D68B71D8D08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CDF446-048E-4B99-A2A0-B0547F825D32}">
  <ds:schemaRefs>
    <ds:schemaRef ds:uri="518e90e8-ea09-4ab7-8875-1906d0bac9c7"/>
    <ds:schemaRef ds:uri="b7bd3489-1103-48f5-a63e-d75b6ff8738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28BE5325-6A34-408E-BFE9-F9829918A421}">
  <ds:schemaRefs>
    <ds:schemaRef ds:uri="http://purl.org/dc/elements/1.1/"/>
    <ds:schemaRef ds:uri="http://schemas.microsoft.com/office/2006/documentManagement/types"/>
    <ds:schemaRef ds:uri="518e90e8-ea09-4ab7-8875-1906d0bac9c7"/>
    <ds:schemaRef ds:uri="b7bd3489-1103-48f5-a63e-d75b6ff87386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720</Words>
  <Application>Microsoft Macintosh PowerPoint</Application>
  <PresentationFormat>Breedbeeld</PresentationFormat>
  <Paragraphs>89</Paragraphs>
  <Slides>22</Slides>
  <Notes>9</Notes>
  <HiddenSlides>0</HiddenSlides>
  <MMClips>0</MMClips>
  <ScaleCrop>false</ScaleCrop>
  <HeadingPairs>
    <vt:vector size="8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3</vt:i4>
      </vt:variant>
      <vt:variant>
        <vt:lpstr>Ingesloten OLE-bronprogramma's</vt:lpstr>
      </vt:variant>
      <vt:variant>
        <vt:i4>1</vt:i4>
      </vt:variant>
      <vt:variant>
        <vt:lpstr>Diatitels</vt:lpstr>
      </vt:variant>
      <vt:variant>
        <vt:i4>22</vt:i4>
      </vt:variant>
    </vt:vector>
  </HeadingPairs>
  <TitlesOfParts>
    <vt:vector size="31" baseType="lpstr">
      <vt:lpstr>Aptos</vt:lpstr>
      <vt:lpstr>Aptos Display</vt:lpstr>
      <vt:lpstr>Arial</vt:lpstr>
      <vt:lpstr>Courier New</vt:lpstr>
      <vt:lpstr>Segoe UI</vt:lpstr>
      <vt:lpstr>Office Theme</vt:lpstr>
      <vt:lpstr>2_White_EN_FT3052_16x9_OF_v1</vt:lpstr>
      <vt:lpstr>2_Content</vt:lpstr>
      <vt:lpstr>think-cell Slide</vt:lpstr>
      <vt:lpstr>MaBiS Hub Formula REST API statt EDIFACT UTILTS Proof of Concept</vt:lpstr>
      <vt:lpstr>PowerPoint-presentatie</vt:lpstr>
      <vt:lpstr>EDIFACT UTILTS</vt:lpstr>
      <vt:lpstr>Aktueller Prozess</vt:lpstr>
      <vt:lpstr>Die Lösung - REST API</vt:lpstr>
      <vt:lpstr>Geschäftsprozesse</vt:lpstr>
      <vt:lpstr>System Context</vt:lpstr>
      <vt:lpstr>Anwendungskomponenten</vt:lpstr>
      <vt:lpstr>REST API Endpunkte</vt:lpstr>
      <vt:lpstr>API Beispiel</vt:lpstr>
      <vt:lpstr>Technische Vorteile</vt:lpstr>
      <vt:lpstr>Anwendungskomponenten</vt:lpstr>
      <vt:lpstr>Touchpoint zwischen MSB Businessrollen und Frontend Formula UI</vt:lpstr>
      <vt:lpstr>Touchpoint zwischen Frontend und 4UNB Businessrollen</vt:lpstr>
      <vt:lpstr>Touchpoint KalkulationsProzesse und Applikations komponente</vt:lpstr>
      <vt:lpstr>Touchpoint zwischen Formula prozesse und Applikationsebene</vt:lpstr>
      <vt:lpstr>Touchpoint times series Prozesse und Applikations komponente</vt:lpstr>
      <vt:lpstr>Touchpoint KalkulationsProzesse und Applikations komponente</vt:lpstr>
      <vt:lpstr>demo</vt:lpstr>
      <vt:lpstr>demo</vt:lpstr>
      <vt:lpstr>demo</vt:lpstr>
      <vt:lpstr>demo</vt:lpstr>
    </vt:vector>
  </TitlesOfParts>
  <Company>Elia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Giorgio Nicola (EXT)</dc:creator>
  <cp:lastModifiedBy>Vandenberghe Andreas (EXT)</cp:lastModifiedBy>
  <cp:revision>11</cp:revision>
  <dcterms:created xsi:type="dcterms:W3CDTF">2025-03-18T14:33:09Z</dcterms:created>
  <dcterms:modified xsi:type="dcterms:W3CDTF">2025-12-03T19:53:03Z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0x0101002503944B11CFBE40A9A6B7E893BFCEC9</vt:lpwstr>
  </property>
  <property fmtid="{D5CDD505-2E9C-101B-9397-08002B2CF9AE}" pid="3" name="Storage_x0020_period">
    <vt:lpwstr/>
  </property>
  <property fmtid="{D5CDD505-2E9C-101B-9397-08002B2CF9AE}" pid="4" name="MediaServiceImageTags">
    <vt:lpwstr/>
  </property>
  <property fmtid="{D5CDD505-2E9C-101B-9397-08002B2CF9AE}" pid="5" name="Storage period">
    <vt:lpwstr/>
  </property>
</Properties>
</file>